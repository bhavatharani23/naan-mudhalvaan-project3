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22AE0-BEB2-4264-B118-76CE955C753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284BE1-EBB6-4154-AD6A-424AE3E816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AI-Powered Pantry Analysis &amp; Smart Recipe Recommendation</a:t>
          </a:r>
        </a:p>
      </dgm:t>
    </dgm:pt>
    <dgm:pt modelId="{64EFE98F-DC1F-42EE-946C-0ABA53D60079}" type="parTrans" cxnId="{F2917FDD-192B-41CC-A651-EEC853653972}">
      <dgm:prSet/>
      <dgm:spPr/>
      <dgm:t>
        <a:bodyPr/>
        <a:lstStyle/>
        <a:p>
          <a:endParaRPr lang="en-US"/>
        </a:p>
      </dgm:t>
    </dgm:pt>
    <dgm:pt modelId="{56686C00-4F7B-459E-9CA8-01466F7BF803}" type="sibTrans" cxnId="{F2917FDD-192B-41CC-A651-EEC853653972}">
      <dgm:prSet/>
      <dgm:spPr/>
      <dgm:t>
        <a:bodyPr/>
        <a:lstStyle/>
        <a:p>
          <a:endParaRPr lang="en-US"/>
        </a:p>
      </dgm:t>
    </dgm:pt>
    <dgm:pt modelId="{D2C8BBD7-C004-4E9F-A26F-43754392A0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 ID: SWTID-2026-4116</a:t>
          </a:r>
        </a:p>
      </dgm:t>
    </dgm:pt>
    <dgm:pt modelId="{0A654100-DD0C-4932-8F1B-011E0123AABC}" type="parTrans" cxnId="{8F7112DC-A166-4FE8-A98C-2330A27C943C}">
      <dgm:prSet/>
      <dgm:spPr/>
      <dgm:t>
        <a:bodyPr/>
        <a:lstStyle/>
        <a:p>
          <a:endParaRPr lang="en-US"/>
        </a:p>
      </dgm:t>
    </dgm:pt>
    <dgm:pt modelId="{51A13F05-9FC1-4AE5-9F53-BD8A91B5E487}" type="sibTrans" cxnId="{8F7112DC-A166-4FE8-A98C-2330A27C943C}">
      <dgm:prSet/>
      <dgm:spPr/>
      <dgm:t>
        <a:bodyPr/>
        <a:lstStyle/>
        <a:p>
          <a:endParaRPr lang="en-US"/>
        </a:p>
      </dgm:t>
    </dgm:pt>
    <dgm:pt modelId="{BB6D39E4-BFF0-49C7-AA78-EDF6E0CC68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Team Members: Bhavatharani B, Keerthika R, Srinidhi S, Logeshwari R</a:t>
          </a:r>
        </a:p>
      </dgm:t>
    </dgm:pt>
    <dgm:pt modelId="{96AABA99-0C40-4721-9427-394FE8D5B4FB}" type="parTrans" cxnId="{CB321855-F887-4E8F-8692-EE2704020323}">
      <dgm:prSet/>
      <dgm:spPr/>
      <dgm:t>
        <a:bodyPr/>
        <a:lstStyle/>
        <a:p>
          <a:endParaRPr lang="en-US"/>
        </a:p>
      </dgm:t>
    </dgm:pt>
    <dgm:pt modelId="{ED5F5183-E6FA-43BB-81FF-F82BFA700142}" type="sibTrans" cxnId="{CB321855-F887-4E8F-8692-EE2704020323}">
      <dgm:prSet/>
      <dgm:spPr/>
      <dgm:t>
        <a:bodyPr/>
        <a:lstStyle/>
        <a:p>
          <a:endParaRPr lang="en-US"/>
        </a:p>
      </dgm:t>
    </dgm:pt>
    <dgm:pt modelId="{9EC0C371-5759-4732-A3CD-513A4D438720}" type="pres">
      <dgm:prSet presAssocID="{5B122AE0-BEB2-4264-B118-76CE955C753F}" presName="root" presStyleCnt="0">
        <dgm:presLayoutVars>
          <dgm:dir/>
          <dgm:resizeHandles val="exact"/>
        </dgm:presLayoutVars>
      </dgm:prSet>
      <dgm:spPr/>
    </dgm:pt>
    <dgm:pt modelId="{B5481888-95FA-43FD-9B65-AC467E7A91B2}" type="pres">
      <dgm:prSet presAssocID="{A3284BE1-EBB6-4154-AD6A-424AE3E8160D}" presName="compNode" presStyleCnt="0"/>
      <dgm:spPr/>
    </dgm:pt>
    <dgm:pt modelId="{8A40EEDA-C91B-48D1-9A08-7820C847D4EB}" type="pres">
      <dgm:prSet presAssocID="{A3284BE1-EBB6-4154-AD6A-424AE3E816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F1D2A4FD-E793-4C1D-9647-44F6D9B0AADE}" type="pres">
      <dgm:prSet presAssocID="{A3284BE1-EBB6-4154-AD6A-424AE3E8160D}" presName="spaceRect" presStyleCnt="0"/>
      <dgm:spPr/>
    </dgm:pt>
    <dgm:pt modelId="{1ADDF4FF-F893-4FB7-A55C-25CEF2FF83EB}" type="pres">
      <dgm:prSet presAssocID="{A3284BE1-EBB6-4154-AD6A-424AE3E8160D}" presName="textRect" presStyleLbl="revTx" presStyleIdx="0" presStyleCnt="3">
        <dgm:presLayoutVars>
          <dgm:chMax val="1"/>
          <dgm:chPref val="1"/>
        </dgm:presLayoutVars>
      </dgm:prSet>
      <dgm:spPr/>
    </dgm:pt>
    <dgm:pt modelId="{A93800E7-16A2-4F73-9B0B-1123FE24291D}" type="pres">
      <dgm:prSet presAssocID="{56686C00-4F7B-459E-9CA8-01466F7BF803}" presName="sibTrans" presStyleCnt="0"/>
      <dgm:spPr/>
    </dgm:pt>
    <dgm:pt modelId="{76457D3F-18C4-4155-BC2B-AAC2C43F1DE4}" type="pres">
      <dgm:prSet presAssocID="{D2C8BBD7-C004-4E9F-A26F-43754392A0BB}" presName="compNode" presStyleCnt="0"/>
      <dgm:spPr/>
    </dgm:pt>
    <dgm:pt modelId="{CDBA8D3D-4F8C-4ACD-BB41-729745D7797E}" type="pres">
      <dgm:prSet presAssocID="{D2C8BBD7-C004-4E9F-A26F-43754392A0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457E4C4-C61A-4751-83C3-4DBF0E8E8466}" type="pres">
      <dgm:prSet presAssocID="{D2C8BBD7-C004-4E9F-A26F-43754392A0BB}" presName="spaceRect" presStyleCnt="0"/>
      <dgm:spPr/>
    </dgm:pt>
    <dgm:pt modelId="{C97BE0BA-4164-4319-BE53-7949E4C74F98}" type="pres">
      <dgm:prSet presAssocID="{D2C8BBD7-C004-4E9F-A26F-43754392A0BB}" presName="textRect" presStyleLbl="revTx" presStyleIdx="1" presStyleCnt="3">
        <dgm:presLayoutVars>
          <dgm:chMax val="1"/>
          <dgm:chPref val="1"/>
        </dgm:presLayoutVars>
      </dgm:prSet>
      <dgm:spPr/>
    </dgm:pt>
    <dgm:pt modelId="{BAB2B50B-91CC-4E05-B0FB-48B8816BCEAD}" type="pres">
      <dgm:prSet presAssocID="{51A13F05-9FC1-4AE5-9F53-BD8A91B5E487}" presName="sibTrans" presStyleCnt="0"/>
      <dgm:spPr/>
    </dgm:pt>
    <dgm:pt modelId="{EB749857-E5C7-4E6D-9C92-BDC9604A74C5}" type="pres">
      <dgm:prSet presAssocID="{BB6D39E4-BFF0-49C7-AA78-EDF6E0CC686C}" presName="compNode" presStyleCnt="0"/>
      <dgm:spPr/>
    </dgm:pt>
    <dgm:pt modelId="{47550F25-42A6-424F-AD72-59FAECADA3C1}" type="pres">
      <dgm:prSet presAssocID="{BB6D39E4-BFF0-49C7-AA78-EDF6E0CC68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86AC6D9E-BAC5-4EE3-B299-2217B043A52D}" type="pres">
      <dgm:prSet presAssocID="{BB6D39E4-BFF0-49C7-AA78-EDF6E0CC686C}" presName="spaceRect" presStyleCnt="0"/>
      <dgm:spPr/>
    </dgm:pt>
    <dgm:pt modelId="{94A8C8CB-61A5-4097-BD30-6D3F19421A43}" type="pres">
      <dgm:prSet presAssocID="{BB6D39E4-BFF0-49C7-AA78-EDF6E0CC68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127CF6C-B6BD-481E-9161-8C847B61128A}" type="presOf" srcId="{5B122AE0-BEB2-4264-B118-76CE955C753F}" destId="{9EC0C371-5759-4732-A3CD-513A4D438720}" srcOrd="0" destOrd="0" presId="urn:microsoft.com/office/officeart/2018/2/layout/IconLabelList"/>
    <dgm:cxn modelId="{E27E526D-BB06-4791-AF7D-EB3E7B524F5F}" type="presOf" srcId="{A3284BE1-EBB6-4154-AD6A-424AE3E8160D}" destId="{1ADDF4FF-F893-4FB7-A55C-25CEF2FF83EB}" srcOrd="0" destOrd="0" presId="urn:microsoft.com/office/officeart/2018/2/layout/IconLabelList"/>
    <dgm:cxn modelId="{CB321855-F887-4E8F-8692-EE2704020323}" srcId="{5B122AE0-BEB2-4264-B118-76CE955C753F}" destId="{BB6D39E4-BFF0-49C7-AA78-EDF6E0CC686C}" srcOrd="2" destOrd="0" parTransId="{96AABA99-0C40-4721-9427-394FE8D5B4FB}" sibTransId="{ED5F5183-E6FA-43BB-81FF-F82BFA700142}"/>
    <dgm:cxn modelId="{1178307C-7C18-4C14-A032-5D7079B21A70}" type="presOf" srcId="{D2C8BBD7-C004-4E9F-A26F-43754392A0BB}" destId="{C97BE0BA-4164-4319-BE53-7949E4C74F98}" srcOrd="0" destOrd="0" presId="urn:microsoft.com/office/officeart/2018/2/layout/IconLabelList"/>
    <dgm:cxn modelId="{4DDE0F9D-411A-462B-8AC9-39DE5A4DB310}" type="presOf" srcId="{BB6D39E4-BFF0-49C7-AA78-EDF6E0CC686C}" destId="{94A8C8CB-61A5-4097-BD30-6D3F19421A43}" srcOrd="0" destOrd="0" presId="urn:microsoft.com/office/officeart/2018/2/layout/IconLabelList"/>
    <dgm:cxn modelId="{8F7112DC-A166-4FE8-A98C-2330A27C943C}" srcId="{5B122AE0-BEB2-4264-B118-76CE955C753F}" destId="{D2C8BBD7-C004-4E9F-A26F-43754392A0BB}" srcOrd="1" destOrd="0" parTransId="{0A654100-DD0C-4932-8F1B-011E0123AABC}" sibTransId="{51A13F05-9FC1-4AE5-9F53-BD8A91B5E487}"/>
    <dgm:cxn modelId="{F2917FDD-192B-41CC-A651-EEC853653972}" srcId="{5B122AE0-BEB2-4264-B118-76CE955C753F}" destId="{A3284BE1-EBB6-4154-AD6A-424AE3E8160D}" srcOrd="0" destOrd="0" parTransId="{64EFE98F-DC1F-42EE-946C-0ABA53D60079}" sibTransId="{56686C00-4F7B-459E-9CA8-01466F7BF803}"/>
    <dgm:cxn modelId="{4F53A9A8-2618-44E7-9371-B661927D8B72}" type="presParOf" srcId="{9EC0C371-5759-4732-A3CD-513A4D438720}" destId="{B5481888-95FA-43FD-9B65-AC467E7A91B2}" srcOrd="0" destOrd="0" presId="urn:microsoft.com/office/officeart/2018/2/layout/IconLabelList"/>
    <dgm:cxn modelId="{9CC34CF2-460A-4540-A815-F63638060E47}" type="presParOf" srcId="{B5481888-95FA-43FD-9B65-AC467E7A91B2}" destId="{8A40EEDA-C91B-48D1-9A08-7820C847D4EB}" srcOrd="0" destOrd="0" presId="urn:microsoft.com/office/officeart/2018/2/layout/IconLabelList"/>
    <dgm:cxn modelId="{52C7CD7E-82A1-49C7-B51E-1E1CB3BD8816}" type="presParOf" srcId="{B5481888-95FA-43FD-9B65-AC467E7A91B2}" destId="{F1D2A4FD-E793-4C1D-9647-44F6D9B0AADE}" srcOrd="1" destOrd="0" presId="urn:microsoft.com/office/officeart/2018/2/layout/IconLabelList"/>
    <dgm:cxn modelId="{E1947841-4A82-4B7B-9219-7C9652429E93}" type="presParOf" srcId="{B5481888-95FA-43FD-9B65-AC467E7A91B2}" destId="{1ADDF4FF-F893-4FB7-A55C-25CEF2FF83EB}" srcOrd="2" destOrd="0" presId="urn:microsoft.com/office/officeart/2018/2/layout/IconLabelList"/>
    <dgm:cxn modelId="{986E0681-D877-4AAA-9534-D2874B5AB595}" type="presParOf" srcId="{9EC0C371-5759-4732-A3CD-513A4D438720}" destId="{A93800E7-16A2-4F73-9B0B-1123FE24291D}" srcOrd="1" destOrd="0" presId="urn:microsoft.com/office/officeart/2018/2/layout/IconLabelList"/>
    <dgm:cxn modelId="{EC5B8D05-3068-4386-938F-56E2D9615D2C}" type="presParOf" srcId="{9EC0C371-5759-4732-A3CD-513A4D438720}" destId="{76457D3F-18C4-4155-BC2B-AAC2C43F1DE4}" srcOrd="2" destOrd="0" presId="urn:microsoft.com/office/officeart/2018/2/layout/IconLabelList"/>
    <dgm:cxn modelId="{3F4F0D7A-3E27-49F9-A625-D347A296DCD1}" type="presParOf" srcId="{76457D3F-18C4-4155-BC2B-AAC2C43F1DE4}" destId="{CDBA8D3D-4F8C-4ACD-BB41-729745D7797E}" srcOrd="0" destOrd="0" presId="urn:microsoft.com/office/officeart/2018/2/layout/IconLabelList"/>
    <dgm:cxn modelId="{21E075E5-11A4-46D1-85A5-EFF7AF602BCE}" type="presParOf" srcId="{76457D3F-18C4-4155-BC2B-AAC2C43F1DE4}" destId="{A457E4C4-C61A-4751-83C3-4DBF0E8E8466}" srcOrd="1" destOrd="0" presId="urn:microsoft.com/office/officeart/2018/2/layout/IconLabelList"/>
    <dgm:cxn modelId="{C9624A18-A116-426A-BBC1-CB996F70496F}" type="presParOf" srcId="{76457D3F-18C4-4155-BC2B-AAC2C43F1DE4}" destId="{C97BE0BA-4164-4319-BE53-7949E4C74F98}" srcOrd="2" destOrd="0" presId="urn:microsoft.com/office/officeart/2018/2/layout/IconLabelList"/>
    <dgm:cxn modelId="{FDF8698B-C0D8-4683-8163-172638FFB35E}" type="presParOf" srcId="{9EC0C371-5759-4732-A3CD-513A4D438720}" destId="{BAB2B50B-91CC-4E05-B0FB-48B8816BCEAD}" srcOrd="3" destOrd="0" presId="urn:microsoft.com/office/officeart/2018/2/layout/IconLabelList"/>
    <dgm:cxn modelId="{CDD873EA-FFEF-40BB-8370-339CCF9DFA98}" type="presParOf" srcId="{9EC0C371-5759-4732-A3CD-513A4D438720}" destId="{EB749857-E5C7-4E6D-9C92-BDC9604A74C5}" srcOrd="4" destOrd="0" presId="urn:microsoft.com/office/officeart/2018/2/layout/IconLabelList"/>
    <dgm:cxn modelId="{F0F34316-468D-47B5-810D-B3881640DB00}" type="presParOf" srcId="{EB749857-E5C7-4E6D-9C92-BDC9604A74C5}" destId="{47550F25-42A6-424F-AD72-59FAECADA3C1}" srcOrd="0" destOrd="0" presId="urn:microsoft.com/office/officeart/2018/2/layout/IconLabelList"/>
    <dgm:cxn modelId="{D02EB542-2827-4BB9-9E26-88D59AC3DE8D}" type="presParOf" srcId="{EB749857-E5C7-4E6D-9C92-BDC9604A74C5}" destId="{86AC6D9E-BAC5-4EE3-B299-2217B043A52D}" srcOrd="1" destOrd="0" presId="urn:microsoft.com/office/officeart/2018/2/layout/IconLabelList"/>
    <dgm:cxn modelId="{4CC0DB23-DC0F-490F-AD85-31C836C476B0}" type="presParOf" srcId="{EB749857-E5C7-4E6D-9C92-BDC9604A74C5}" destId="{94A8C8CB-61A5-4097-BD30-6D3F19421A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FE5565-3E1A-4159-9579-0EF94E4725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1C0498-2A36-45A9-B674-C8F4A4B167E1}">
      <dgm:prSet/>
      <dgm:spPr/>
      <dgm:t>
        <a:bodyPr/>
        <a:lstStyle/>
        <a:p>
          <a:r>
            <a:rPr lang="en-US"/>
            <a:t>• AI-based kitchen assistant</a:t>
          </a:r>
        </a:p>
      </dgm:t>
    </dgm:pt>
    <dgm:pt modelId="{C986EDF5-CE80-46BB-968F-146E8A129EC3}" type="parTrans" cxnId="{EB67014C-5B3C-48BA-8169-B9ED603EBFDC}">
      <dgm:prSet/>
      <dgm:spPr/>
      <dgm:t>
        <a:bodyPr/>
        <a:lstStyle/>
        <a:p>
          <a:endParaRPr lang="en-US"/>
        </a:p>
      </dgm:t>
    </dgm:pt>
    <dgm:pt modelId="{8C6BEB0E-6084-4906-BFD5-272373A6164C}" type="sibTrans" cxnId="{EB67014C-5B3C-48BA-8169-B9ED603EBFDC}">
      <dgm:prSet/>
      <dgm:spPr/>
      <dgm:t>
        <a:bodyPr/>
        <a:lstStyle/>
        <a:p>
          <a:endParaRPr lang="en-US"/>
        </a:p>
      </dgm:t>
    </dgm:pt>
    <dgm:pt modelId="{7598282D-3987-436F-98EF-6E12C1B682BE}">
      <dgm:prSet/>
      <dgm:spPr/>
      <dgm:t>
        <a:bodyPr/>
        <a:lstStyle/>
        <a:p>
          <a:r>
            <a:rPr lang="en-US"/>
            <a:t>• Analyzes pantry images</a:t>
          </a:r>
        </a:p>
      </dgm:t>
    </dgm:pt>
    <dgm:pt modelId="{2F823BDE-6EF3-4E72-B203-AF6EA38D10DF}" type="parTrans" cxnId="{37BB7339-006A-473E-AE20-5EA5FDE44550}">
      <dgm:prSet/>
      <dgm:spPr/>
      <dgm:t>
        <a:bodyPr/>
        <a:lstStyle/>
        <a:p>
          <a:endParaRPr lang="en-US"/>
        </a:p>
      </dgm:t>
    </dgm:pt>
    <dgm:pt modelId="{F2DF968A-5F36-4133-B785-EDE5404E70CA}" type="sibTrans" cxnId="{37BB7339-006A-473E-AE20-5EA5FDE44550}">
      <dgm:prSet/>
      <dgm:spPr/>
      <dgm:t>
        <a:bodyPr/>
        <a:lstStyle/>
        <a:p>
          <a:endParaRPr lang="en-US"/>
        </a:p>
      </dgm:t>
    </dgm:pt>
    <dgm:pt modelId="{282C4C4D-B9B4-4D26-AE2D-5FC3DB5EB396}">
      <dgm:prSet/>
      <dgm:spPr/>
      <dgm:t>
        <a:bodyPr/>
        <a:lstStyle/>
        <a:p>
          <a:r>
            <a:rPr lang="en-US"/>
            <a:t>• Detects food ingredients</a:t>
          </a:r>
        </a:p>
      </dgm:t>
    </dgm:pt>
    <dgm:pt modelId="{95362095-1B7F-4108-8EF2-EE1D383F6D48}" type="parTrans" cxnId="{81293211-97DD-40C3-9A33-AC70CBB5EE4F}">
      <dgm:prSet/>
      <dgm:spPr/>
      <dgm:t>
        <a:bodyPr/>
        <a:lstStyle/>
        <a:p>
          <a:endParaRPr lang="en-US"/>
        </a:p>
      </dgm:t>
    </dgm:pt>
    <dgm:pt modelId="{1B507F6F-CC6E-49AB-8845-F52192BEAD4A}" type="sibTrans" cxnId="{81293211-97DD-40C3-9A33-AC70CBB5EE4F}">
      <dgm:prSet/>
      <dgm:spPr/>
      <dgm:t>
        <a:bodyPr/>
        <a:lstStyle/>
        <a:p>
          <a:endParaRPr lang="en-US"/>
        </a:p>
      </dgm:t>
    </dgm:pt>
    <dgm:pt modelId="{8B335FEB-333B-4350-9536-FF4094045FB9}">
      <dgm:prSet/>
      <dgm:spPr/>
      <dgm:t>
        <a:bodyPr/>
        <a:lstStyle/>
        <a:p>
          <a:r>
            <a:rPr lang="en-US"/>
            <a:t>• Suggests recipes and cooking guidance</a:t>
          </a:r>
        </a:p>
      </dgm:t>
    </dgm:pt>
    <dgm:pt modelId="{1829E947-8028-4845-854C-490E0BA499C9}" type="parTrans" cxnId="{452DC235-D6CF-4B7E-BC96-FEBE8CDA98A2}">
      <dgm:prSet/>
      <dgm:spPr/>
      <dgm:t>
        <a:bodyPr/>
        <a:lstStyle/>
        <a:p>
          <a:endParaRPr lang="en-US"/>
        </a:p>
      </dgm:t>
    </dgm:pt>
    <dgm:pt modelId="{A0029E78-0458-4873-BD7C-6F0CF753E063}" type="sibTrans" cxnId="{452DC235-D6CF-4B7E-BC96-FEBE8CDA98A2}">
      <dgm:prSet/>
      <dgm:spPr/>
      <dgm:t>
        <a:bodyPr/>
        <a:lstStyle/>
        <a:p>
          <a:endParaRPr lang="en-US"/>
        </a:p>
      </dgm:t>
    </dgm:pt>
    <dgm:pt modelId="{E86E0E7D-2D78-45A5-9421-A31A5F67CB34}" type="pres">
      <dgm:prSet presAssocID="{92FE5565-3E1A-4159-9579-0EF94E4725DB}" presName="root" presStyleCnt="0">
        <dgm:presLayoutVars>
          <dgm:dir/>
          <dgm:resizeHandles val="exact"/>
        </dgm:presLayoutVars>
      </dgm:prSet>
      <dgm:spPr/>
    </dgm:pt>
    <dgm:pt modelId="{4A036E83-5DB3-4D9B-8FC7-FE98C23DE6E1}" type="pres">
      <dgm:prSet presAssocID="{751C0498-2A36-45A9-B674-C8F4A4B167E1}" presName="compNode" presStyleCnt="0"/>
      <dgm:spPr/>
    </dgm:pt>
    <dgm:pt modelId="{9FA2D36C-DA54-4B75-B5D3-CB72743172DE}" type="pres">
      <dgm:prSet presAssocID="{751C0498-2A36-45A9-B674-C8F4A4B167E1}" presName="bgRect" presStyleLbl="bgShp" presStyleIdx="0" presStyleCnt="4"/>
      <dgm:spPr/>
    </dgm:pt>
    <dgm:pt modelId="{F3228D66-6538-4278-A75E-4CE743C3281A}" type="pres">
      <dgm:prSet presAssocID="{751C0498-2A36-45A9-B674-C8F4A4B167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798E988-1002-4606-A7AB-6F45D23524D0}" type="pres">
      <dgm:prSet presAssocID="{751C0498-2A36-45A9-B674-C8F4A4B167E1}" presName="spaceRect" presStyleCnt="0"/>
      <dgm:spPr/>
    </dgm:pt>
    <dgm:pt modelId="{2F22F603-86A2-4A02-812F-BAB5B32BC115}" type="pres">
      <dgm:prSet presAssocID="{751C0498-2A36-45A9-B674-C8F4A4B167E1}" presName="parTx" presStyleLbl="revTx" presStyleIdx="0" presStyleCnt="4">
        <dgm:presLayoutVars>
          <dgm:chMax val="0"/>
          <dgm:chPref val="0"/>
        </dgm:presLayoutVars>
      </dgm:prSet>
      <dgm:spPr/>
    </dgm:pt>
    <dgm:pt modelId="{2B9836AA-B9DA-4B98-B7C5-3A74AAD56DAD}" type="pres">
      <dgm:prSet presAssocID="{8C6BEB0E-6084-4906-BFD5-272373A6164C}" presName="sibTrans" presStyleCnt="0"/>
      <dgm:spPr/>
    </dgm:pt>
    <dgm:pt modelId="{73ED0F81-D6AE-4517-8352-4C46725A1BA7}" type="pres">
      <dgm:prSet presAssocID="{7598282D-3987-436F-98EF-6E12C1B682BE}" presName="compNode" presStyleCnt="0"/>
      <dgm:spPr/>
    </dgm:pt>
    <dgm:pt modelId="{067DE068-1CC5-423C-8DB8-CB56E6FBBE05}" type="pres">
      <dgm:prSet presAssocID="{7598282D-3987-436F-98EF-6E12C1B682BE}" presName="bgRect" presStyleLbl="bgShp" presStyleIdx="1" presStyleCnt="4"/>
      <dgm:spPr/>
    </dgm:pt>
    <dgm:pt modelId="{8F85A737-D6D1-4A4B-8541-FB6F07C788A3}" type="pres">
      <dgm:prSet presAssocID="{7598282D-3987-436F-98EF-6E12C1B682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E31D8CCA-7C93-4899-9E00-B132B2DCADE3}" type="pres">
      <dgm:prSet presAssocID="{7598282D-3987-436F-98EF-6E12C1B682BE}" presName="spaceRect" presStyleCnt="0"/>
      <dgm:spPr/>
    </dgm:pt>
    <dgm:pt modelId="{48145305-2A98-4F8E-B4BA-C74E6FE0EEFC}" type="pres">
      <dgm:prSet presAssocID="{7598282D-3987-436F-98EF-6E12C1B682BE}" presName="parTx" presStyleLbl="revTx" presStyleIdx="1" presStyleCnt="4">
        <dgm:presLayoutVars>
          <dgm:chMax val="0"/>
          <dgm:chPref val="0"/>
        </dgm:presLayoutVars>
      </dgm:prSet>
      <dgm:spPr/>
    </dgm:pt>
    <dgm:pt modelId="{EF0DCDAA-8744-42B7-B6D6-71FE024A2421}" type="pres">
      <dgm:prSet presAssocID="{F2DF968A-5F36-4133-B785-EDE5404E70CA}" presName="sibTrans" presStyleCnt="0"/>
      <dgm:spPr/>
    </dgm:pt>
    <dgm:pt modelId="{E3899687-A252-40A8-BE6C-18A85AAAABB3}" type="pres">
      <dgm:prSet presAssocID="{282C4C4D-B9B4-4D26-AE2D-5FC3DB5EB396}" presName="compNode" presStyleCnt="0"/>
      <dgm:spPr/>
    </dgm:pt>
    <dgm:pt modelId="{503F3372-F6A7-4F70-B2C0-E1D69B477D1A}" type="pres">
      <dgm:prSet presAssocID="{282C4C4D-B9B4-4D26-AE2D-5FC3DB5EB396}" presName="bgRect" presStyleLbl="bgShp" presStyleIdx="2" presStyleCnt="4"/>
      <dgm:spPr/>
    </dgm:pt>
    <dgm:pt modelId="{68DDD0F3-965A-48E0-ACB9-8187FCD7542B}" type="pres">
      <dgm:prSet presAssocID="{282C4C4D-B9B4-4D26-AE2D-5FC3DB5EB3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unch"/>
        </a:ext>
      </dgm:extLst>
    </dgm:pt>
    <dgm:pt modelId="{DC055D35-4964-4826-8D39-9E5F8E50D77E}" type="pres">
      <dgm:prSet presAssocID="{282C4C4D-B9B4-4D26-AE2D-5FC3DB5EB396}" presName="spaceRect" presStyleCnt="0"/>
      <dgm:spPr/>
    </dgm:pt>
    <dgm:pt modelId="{01857FC2-4788-445B-B3CB-CB925EE41058}" type="pres">
      <dgm:prSet presAssocID="{282C4C4D-B9B4-4D26-AE2D-5FC3DB5EB396}" presName="parTx" presStyleLbl="revTx" presStyleIdx="2" presStyleCnt="4">
        <dgm:presLayoutVars>
          <dgm:chMax val="0"/>
          <dgm:chPref val="0"/>
        </dgm:presLayoutVars>
      </dgm:prSet>
      <dgm:spPr/>
    </dgm:pt>
    <dgm:pt modelId="{B49BCA02-5B99-400D-9265-A7799FA7A669}" type="pres">
      <dgm:prSet presAssocID="{1B507F6F-CC6E-49AB-8845-F52192BEAD4A}" presName="sibTrans" presStyleCnt="0"/>
      <dgm:spPr/>
    </dgm:pt>
    <dgm:pt modelId="{3F5F29FE-600C-42AE-AA26-1FCE2D59D85F}" type="pres">
      <dgm:prSet presAssocID="{8B335FEB-333B-4350-9536-FF4094045FB9}" presName="compNode" presStyleCnt="0"/>
      <dgm:spPr/>
    </dgm:pt>
    <dgm:pt modelId="{49C4FFE5-6079-4B57-9F5D-702A2B851AC2}" type="pres">
      <dgm:prSet presAssocID="{8B335FEB-333B-4350-9536-FF4094045FB9}" presName="bgRect" presStyleLbl="bgShp" presStyleIdx="3" presStyleCnt="4"/>
      <dgm:spPr/>
    </dgm:pt>
    <dgm:pt modelId="{D5323654-28FA-4AB1-B6AC-15FF1C022000}" type="pres">
      <dgm:prSet presAssocID="{8B335FEB-333B-4350-9536-FF4094045FB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chute"/>
        </a:ext>
      </dgm:extLst>
    </dgm:pt>
    <dgm:pt modelId="{E0658CFC-743D-4884-B9D1-C2749D7C1226}" type="pres">
      <dgm:prSet presAssocID="{8B335FEB-333B-4350-9536-FF4094045FB9}" presName="spaceRect" presStyleCnt="0"/>
      <dgm:spPr/>
    </dgm:pt>
    <dgm:pt modelId="{B4172137-96B6-47EF-87CB-3055496A4D29}" type="pres">
      <dgm:prSet presAssocID="{8B335FEB-333B-4350-9536-FF4094045F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ED2B901-E199-4029-A386-441501189B11}" type="presOf" srcId="{7598282D-3987-436F-98EF-6E12C1B682BE}" destId="{48145305-2A98-4F8E-B4BA-C74E6FE0EEFC}" srcOrd="0" destOrd="0" presId="urn:microsoft.com/office/officeart/2018/2/layout/IconVerticalSolidList"/>
    <dgm:cxn modelId="{81293211-97DD-40C3-9A33-AC70CBB5EE4F}" srcId="{92FE5565-3E1A-4159-9579-0EF94E4725DB}" destId="{282C4C4D-B9B4-4D26-AE2D-5FC3DB5EB396}" srcOrd="2" destOrd="0" parTransId="{95362095-1B7F-4108-8EF2-EE1D383F6D48}" sibTransId="{1B507F6F-CC6E-49AB-8845-F52192BEAD4A}"/>
    <dgm:cxn modelId="{B4F9012F-B3C8-4B4D-9E32-93EC59B0E3E2}" type="presOf" srcId="{282C4C4D-B9B4-4D26-AE2D-5FC3DB5EB396}" destId="{01857FC2-4788-445B-B3CB-CB925EE41058}" srcOrd="0" destOrd="0" presId="urn:microsoft.com/office/officeart/2018/2/layout/IconVerticalSolidList"/>
    <dgm:cxn modelId="{A8F33333-8DDC-443A-AA97-23EDEB7DB03B}" type="presOf" srcId="{8B335FEB-333B-4350-9536-FF4094045FB9}" destId="{B4172137-96B6-47EF-87CB-3055496A4D29}" srcOrd="0" destOrd="0" presId="urn:microsoft.com/office/officeart/2018/2/layout/IconVerticalSolidList"/>
    <dgm:cxn modelId="{452DC235-D6CF-4B7E-BC96-FEBE8CDA98A2}" srcId="{92FE5565-3E1A-4159-9579-0EF94E4725DB}" destId="{8B335FEB-333B-4350-9536-FF4094045FB9}" srcOrd="3" destOrd="0" parTransId="{1829E947-8028-4845-854C-490E0BA499C9}" sibTransId="{A0029E78-0458-4873-BD7C-6F0CF753E063}"/>
    <dgm:cxn modelId="{37BB7339-006A-473E-AE20-5EA5FDE44550}" srcId="{92FE5565-3E1A-4159-9579-0EF94E4725DB}" destId="{7598282D-3987-436F-98EF-6E12C1B682BE}" srcOrd="1" destOrd="0" parTransId="{2F823BDE-6EF3-4E72-B203-AF6EA38D10DF}" sibTransId="{F2DF968A-5F36-4133-B785-EDE5404E70CA}"/>
    <dgm:cxn modelId="{EB67014C-5B3C-48BA-8169-B9ED603EBFDC}" srcId="{92FE5565-3E1A-4159-9579-0EF94E4725DB}" destId="{751C0498-2A36-45A9-B674-C8F4A4B167E1}" srcOrd="0" destOrd="0" parTransId="{C986EDF5-CE80-46BB-968F-146E8A129EC3}" sibTransId="{8C6BEB0E-6084-4906-BFD5-272373A6164C}"/>
    <dgm:cxn modelId="{AE0BB4E8-64A3-4308-B4AB-273271722B6C}" type="presOf" srcId="{751C0498-2A36-45A9-B674-C8F4A4B167E1}" destId="{2F22F603-86A2-4A02-812F-BAB5B32BC115}" srcOrd="0" destOrd="0" presId="urn:microsoft.com/office/officeart/2018/2/layout/IconVerticalSolidList"/>
    <dgm:cxn modelId="{5F41BBF1-3927-4AE3-B058-D5380BD223BE}" type="presOf" srcId="{92FE5565-3E1A-4159-9579-0EF94E4725DB}" destId="{E86E0E7D-2D78-45A5-9421-A31A5F67CB34}" srcOrd="0" destOrd="0" presId="urn:microsoft.com/office/officeart/2018/2/layout/IconVerticalSolidList"/>
    <dgm:cxn modelId="{71330E7A-D0CF-488B-A3E8-5ACBEE7D108E}" type="presParOf" srcId="{E86E0E7D-2D78-45A5-9421-A31A5F67CB34}" destId="{4A036E83-5DB3-4D9B-8FC7-FE98C23DE6E1}" srcOrd="0" destOrd="0" presId="urn:microsoft.com/office/officeart/2018/2/layout/IconVerticalSolidList"/>
    <dgm:cxn modelId="{4CE9F3DF-F320-45F1-810C-E4F2EF612A38}" type="presParOf" srcId="{4A036E83-5DB3-4D9B-8FC7-FE98C23DE6E1}" destId="{9FA2D36C-DA54-4B75-B5D3-CB72743172DE}" srcOrd="0" destOrd="0" presId="urn:microsoft.com/office/officeart/2018/2/layout/IconVerticalSolidList"/>
    <dgm:cxn modelId="{92486D85-DFD8-4FEB-99D6-D3EBEC1A528B}" type="presParOf" srcId="{4A036E83-5DB3-4D9B-8FC7-FE98C23DE6E1}" destId="{F3228D66-6538-4278-A75E-4CE743C3281A}" srcOrd="1" destOrd="0" presId="urn:microsoft.com/office/officeart/2018/2/layout/IconVerticalSolidList"/>
    <dgm:cxn modelId="{13628B9E-A553-495C-8E4B-9FD6DB1BBB38}" type="presParOf" srcId="{4A036E83-5DB3-4D9B-8FC7-FE98C23DE6E1}" destId="{5798E988-1002-4606-A7AB-6F45D23524D0}" srcOrd="2" destOrd="0" presId="urn:microsoft.com/office/officeart/2018/2/layout/IconVerticalSolidList"/>
    <dgm:cxn modelId="{53277AE5-2820-41AB-A9BD-9FD9BBDDAC98}" type="presParOf" srcId="{4A036E83-5DB3-4D9B-8FC7-FE98C23DE6E1}" destId="{2F22F603-86A2-4A02-812F-BAB5B32BC115}" srcOrd="3" destOrd="0" presId="urn:microsoft.com/office/officeart/2018/2/layout/IconVerticalSolidList"/>
    <dgm:cxn modelId="{DD304CEF-F861-4CB4-93B1-D20CF4F3CC52}" type="presParOf" srcId="{E86E0E7D-2D78-45A5-9421-A31A5F67CB34}" destId="{2B9836AA-B9DA-4B98-B7C5-3A74AAD56DAD}" srcOrd="1" destOrd="0" presId="urn:microsoft.com/office/officeart/2018/2/layout/IconVerticalSolidList"/>
    <dgm:cxn modelId="{C936A896-531C-40EA-91EE-A056DE4119E1}" type="presParOf" srcId="{E86E0E7D-2D78-45A5-9421-A31A5F67CB34}" destId="{73ED0F81-D6AE-4517-8352-4C46725A1BA7}" srcOrd="2" destOrd="0" presId="urn:microsoft.com/office/officeart/2018/2/layout/IconVerticalSolidList"/>
    <dgm:cxn modelId="{75AF0DEE-4D43-4C4E-919A-ED30BF57816A}" type="presParOf" srcId="{73ED0F81-D6AE-4517-8352-4C46725A1BA7}" destId="{067DE068-1CC5-423C-8DB8-CB56E6FBBE05}" srcOrd="0" destOrd="0" presId="urn:microsoft.com/office/officeart/2018/2/layout/IconVerticalSolidList"/>
    <dgm:cxn modelId="{AEB6E55D-07C9-4432-9FE3-4C2AD6258CAB}" type="presParOf" srcId="{73ED0F81-D6AE-4517-8352-4C46725A1BA7}" destId="{8F85A737-D6D1-4A4B-8541-FB6F07C788A3}" srcOrd="1" destOrd="0" presId="urn:microsoft.com/office/officeart/2018/2/layout/IconVerticalSolidList"/>
    <dgm:cxn modelId="{87B72851-AA31-4C21-A1A7-1D06A1A93384}" type="presParOf" srcId="{73ED0F81-D6AE-4517-8352-4C46725A1BA7}" destId="{E31D8CCA-7C93-4899-9E00-B132B2DCADE3}" srcOrd="2" destOrd="0" presId="urn:microsoft.com/office/officeart/2018/2/layout/IconVerticalSolidList"/>
    <dgm:cxn modelId="{51805ABC-D47A-4330-BE08-CB209CAD941B}" type="presParOf" srcId="{73ED0F81-D6AE-4517-8352-4C46725A1BA7}" destId="{48145305-2A98-4F8E-B4BA-C74E6FE0EEFC}" srcOrd="3" destOrd="0" presId="urn:microsoft.com/office/officeart/2018/2/layout/IconVerticalSolidList"/>
    <dgm:cxn modelId="{61AFBDB1-BADE-41FF-BCC7-FC7E284B5EFF}" type="presParOf" srcId="{E86E0E7D-2D78-45A5-9421-A31A5F67CB34}" destId="{EF0DCDAA-8744-42B7-B6D6-71FE024A2421}" srcOrd="3" destOrd="0" presId="urn:microsoft.com/office/officeart/2018/2/layout/IconVerticalSolidList"/>
    <dgm:cxn modelId="{C9BE6826-E9E3-4219-95F6-D6FC79044277}" type="presParOf" srcId="{E86E0E7D-2D78-45A5-9421-A31A5F67CB34}" destId="{E3899687-A252-40A8-BE6C-18A85AAAABB3}" srcOrd="4" destOrd="0" presId="urn:microsoft.com/office/officeart/2018/2/layout/IconVerticalSolidList"/>
    <dgm:cxn modelId="{A486BD51-41C6-4C94-BB4E-0B99543E1CB9}" type="presParOf" srcId="{E3899687-A252-40A8-BE6C-18A85AAAABB3}" destId="{503F3372-F6A7-4F70-B2C0-E1D69B477D1A}" srcOrd="0" destOrd="0" presId="urn:microsoft.com/office/officeart/2018/2/layout/IconVerticalSolidList"/>
    <dgm:cxn modelId="{CD865900-1F17-4F65-9F1D-C1F3CEFACE8B}" type="presParOf" srcId="{E3899687-A252-40A8-BE6C-18A85AAAABB3}" destId="{68DDD0F3-965A-48E0-ACB9-8187FCD7542B}" srcOrd="1" destOrd="0" presId="urn:microsoft.com/office/officeart/2018/2/layout/IconVerticalSolidList"/>
    <dgm:cxn modelId="{9DA6208C-577D-4C55-8027-B37A79B9D22C}" type="presParOf" srcId="{E3899687-A252-40A8-BE6C-18A85AAAABB3}" destId="{DC055D35-4964-4826-8D39-9E5F8E50D77E}" srcOrd="2" destOrd="0" presId="urn:microsoft.com/office/officeart/2018/2/layout/IconVerticalSolidList"/>
    <dgm:cxn modelId="{455B8C99-13FF-470E-B776-0A8ED43D7C7B}" type="presParOf" srcId="{E3899687-A252-40A8-BE6C-18A85AAAABB3}" destId="{01857FC2-4788-445B-B3CB-CB925EE41058}" srcOrd="3" destOrd="0" presId="urn:microsoft.com/office/officeart/2018/2/layout/IconVerticalSolidList"/>
    <dgm:cxn modelId="{1F97006F-7EB4-4A30-BC8D-CF8155C29914}" type="presParOf" srcId="{E86E0E7D-2D78-45A5-9421-A31A5F67CB34}" destId="{B49BCA02-5B99-400D-9265-A7799FA7A669}" srcOrd="5" destOrd="0" presId="urn:microsoft.com/office/officeart/2018/2/layout/IconVerticalSolidList"/>
    <dgm:cxn modelId="{33613DE9-C7FA-41D5-9B48-58B4F1E7D7F9}" type="presParOf" srcId="{E86E0E7D-2D78-45A5-9421-A31A5F67CB34}" destId="{3F5F29FE-600C-42AE-AA26-1FCE2D59D85F}" srcOrd="6" destOrd="0" presId="urn:microsoft.com/office/officeart/2018/2/layout/IconVerticalSolidList"/>
    <dgm:cxn modelId="{D46911E9-9DDF-4173-92E5-BC7E0129FF9D}" type="presParOf" srcId="{3F5F29FE-600C-42AE-AA26-1FCE2D59D85F}" destId="{49C4FFE5-6079-4B57-9F5D-702A2B851AC2}" srcOrd="0" destOrd="0" presId="urn:microsoft.com/office/officeart/2018/2/layout/IconVerticalSolidList"/>
    <dgm:cxn modelId="{37527DF6-7AE2-4C27-ABCA-35ABA400B769}" type="presParOf" srcId="{3F5F29FE-600C-42AE-AA26-1FCE2D59D85F}" destId="{D5323654-28FA-4AB1-B6AC-15FF1C022000}" srcOrd="1" destOrd="0" presId="urn:microsoft.com/office/officeart/2018/2/layout/IconVerticalSolidList"/>
    <dgm:cxn modelId="{FB07C1FF-8AFC-4C80-A3BC-C1E9643912EB}" type="presParOf" srcId="{3F5F29FE-600C-42AE-AA26-1FCE2D59D85F}" destId="{E0658CFC-743D-4884-B9D1-C2749D7C1226}" srcOrd="2" destOrd="0" presId="urn:microsoft.com/office/officeart/2018/2/layout/IconVerticalSolidList"/>
    <dgm:cxn modelId="{F6C1ABB2-DB82-418F-82FB-6E410DF5F1FB}" type="presParOf" srcId="{3F5F29FE-600C-42AE-AA26-1FCE2D59D85F}" destId="{B4172137-96B6-47EF-87CB-3055496A4D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2050BD-2FFC-4BC4-B54B-61965A56DDE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C7F893-C3FA-4D07-9F08-B79324D35C43}">
      <dgm:prSet/>
      <dgm:spPr/>
      <dgm:t>
        <a:bodyPr/>
        <a:lstStyle/>
        <a:p>
          <a:pPr>
            <a:defRPr cap="all"/>
          </a:pPr>
          <a:r>
            <a:rPr lang="en-US"/>
            <a:t>• Pantry image upload</a:t>
          </a:r>
        </a:p>
      </dgm:t>
    </dgm:pt>
    <dgm:pt modelId="{E399970C-E23A-4047-BAFC-221B7CACB36D}" type="parTrans" cxnId="{ABF3CB03-A295-462D-ADDC-2289D3B80F90}">
      <dgm:prSet/>
      <dgm:spPr/>
      <dgm:t>
        <a:bodyPr/>
        <a:lstStyle/>
        <a:p>
          <a:endParaRPr lang="en-US"/>
        </a:p>
      </dgm:t>
    </dgm:pt>
    <dgm:pt modelId="{55BB0715-0FAD-4C93-B660-8EF93A1F08DA}" type="sibTrans" cxnId="{ABF3CB03-A295-462D-ADDC-2289D3B80F90}">
      <dgm:prSet/>
      <dgm:spPr/>
      <dgm:t>
        <a:bodyPr/>
        <a:lstStyle/>
        <a:p>
          <a:endParaRPr lang="en-US"/>
        </a:p>
      </dgm:t>
    </dgm:pt>
    <dgm:pt modelId="{EFC48C0A-8FD1-4CD8-99AE-BCAE8E229E0D}">
      <dgm:prSet/>
      <dgm:spPr/>
      <dgm:t>
        <a:bodyPr/>
        <a:lstStyle/>
        <a:p>
          <a:pPr>
            <a:defRPr cap="all"/>
          </a:pPr>
          <a:r>
            <a:rPr lang="en-US"/>
            <a:t>• Ingredient detection</a:t>
          </a:r>
        </a:p>
      </dgm:t>
    </dgm:pt>
    <dgm:pt modelId="{63C307BC-6D7F-4AF3-9526-FD72EF23653E}" type="parTrans" cxnId="{865F238B-C30A-434E-9C50-F6EE5B7B90FB}">
      <dgm:prSet/>
      <dgm:spPr/>
      <dgm:t>
        <a:bodyPr/>
        <a:lstStyle/>
        <a:p>
          <a:endParaRPr lang="en-US"/>
        </a:p>
      </dgm:t>
    </dgm:pt>
    <dgm:pt modelId="{1150D007-ABBD-4A4A-9B17-BE39CC4BA1CF}" type="sibTrans" cxnId="{865F238B-C30A-434E-9C50-F6EE5B7B90FB}">
      <dgm:prSet/>
      <dgm:spPr/>
      <dgm:t>
        <a:bodyPr/>
        <a:lstStyle/>
        <a:p>
          <a:endParaRPr lang="en-US"/>
        </a:p>
      </dgm:t>
    </dgm:pt>
    <dgm:pt modelId="{6FEF8686-4998-4473-9371-83A06F03AFB2}">
      <dgm:prSet/>
      <dgm:spPr/>
      <dgm:t>
        <a:bodyPr/>
        <a:lstStyle/>
        <a:p>
          <a:pPr>
            <a:defRPr cap="all"/>
          </a:pPr>
          <a:r>
            <a:rPr lang="en-US"/>
            <a:t>• Storage categorization</a:t>
          </a:r>
        </a:p>
      </dgm:t>
    </dgm:pt>
    <dgm:pt modelId="{C00B5C56-C89B-4875-8621-E433F249EC6C}" type="parTrans" cxnId="{11872007-8767-4C5F-9576-3110281D5913}">
      <dgm:prSet/>
      <dgm:spPr/>
      <dgm:t>
        <a:bodyPr/>
        <a:lstStyle/>
        <a:p>
          <a:endParaRPr lang="en-US"/>
        </a:p>
      </dgm:t>
    </dgm:pt>
    <dgm:pt modelId="{27ED54B2-C709-4658-9B34-61D13143BF71}" type="sibTrans" cxnId="{11872007-8767-4C5F-9576-3110281D5913}">
      <dgm:prSet/>
      <dgm:spPr/>
      <dgm:t>
        <a:bodyPr/>
        <a:lstStyle/>
        <a:p>
          <a:endParaRPr lang="en-US"/>
        </a:p>
      </dgm:t>
    </dgm:pt>
    <dgm:pt modelId="{4DCF8543-CE03-4491-959E-393B79A7A14F}">
      <dgm:prSet/>
      <dgm:spPr/>
      <dgm:t>
        <a:bodyPr/>
        <a:lstStyle/>
        <a:p>
          <a:pPr>
            <a:defRPr cap="all"/>
          </a:pPr>
          <a:r>
            <a:rPr lang="en-US"/>
            <a:t>• Recipe generation</a:t>
          </a:r>
        </a:p>
      </dgm:t>
    </dgm:pt>
    <dgm:pt modelId="{1F36CC8C-A353-4E16-A1D7-2BF00FC2261B}" type="parTrans" cxnId="{8573550D-C7E3-4A3A-96DC-148FD32A7CA8}">
      <dgm:prSet/>
      <dgm:spPr/>
      <dgm:t>
        <a:bodyPr/>
        <a:lstStyle/>
        <a:p>
          <a:endParaRPr lang="en-US"/>
        </a:p>
      </dgm:t>
    </dgm:pt>
    <dgm:pt modelId="{4A9ECD08-8EC1-45FA-B33F-2AAB808C2DFC}" type="sibTrans" cxnId="{8573550D-C7E3-4A3A-96DC-148FD32A7CA8}">
      <dgm:prSet/>
      <dgm:spPr/>
      <dgm:t>
        <a:bodyPr/>
        <a:lstStyle/>
        <a:p>
          <a:endParaRPr lang="en-US"/>
        </a:p>
      </dgm:t>
    </dgm:pt>
    <dgm:pt modelId="{D8A61605-FECD-4719-A81D-0C61E0E69F09}">
      <dgm:prSet/>
      <dgm:spPr/>
      <dgm:t>
        <a:bodyPr/>
        <a:lstStyle/>
        <a:p>
          <a:pPr>
            <a:defRPr cap="all"/>
          </a:pPr>
          <a:r>
            <a:rPr lang="en-US"/>
            <a:t>• Grocery list creation</a:t>
          </a:r>
        </a:p>
      </dgm:t>
    </dgm:pt>
    <dgm:pt modelId="{7EE6BE3D-F7F8-4E71-9AC3-528E1B0B2AE0}" type="parTrans" cxnId="{08D20314-C755-4C04-B2D1-485A2BDCE4D0}">
      <dgm:prSet/>
      <dgm:spPr/>
      <dgm:t>
        <a:bodyPr/>
        <a:lstStyle/>
        <a:p>
          <a:endParaRPr lang="en-US"/>
        </a:p>
      </dgm:t>
    </dgm:pt>
    <dgm:pt modelId="{5F67260F-04A5-4371-8B03-F9B8F3BE1D22}" type="sibTrans" cxnId="{08D20314-C755-4C04-B2D1-485A2BDCE4D0}">
      <dgm:prSet/>
      <dgm:spPr/>
      <dgm:t>
        <a:bodyPr/>
        <a:lstStyle/>
        <a:p>
          <a:endParaRPr lang="en-US"/>
        </a:p>
      </dgm:t>
    </dgm:pt>
    <dgm:pt modelId="{9FFD584E-E1FC-4E7A-BF48-93002E1601FC}" type="pres">
      <dgm:prSet presAssocID="{D32050BD-2FFC-4BC4-B54B-61965A56DDEE}" presName="root" presStyleCnt="0">
        <dgm:presLayoutVars>
          <dgm:dir/>
          <dgm:resizeHandles val="exact"/>
        </dgm:presLayoutVars>
      </dgm:prSet>
      <dgm:spPr/>
    </dgm:pt>
    <dgm:pt modelId="{4F052DDD-39A4-4EBE-A7F9-3101E82527AE}" type="pres">
      <dgm:prSet presAssocID="{24C7F893-C3FA-4D07-9F08-B79324D35C43}" presName="compNode" presStyleCnt="0"/>
      <dgm:spPr/>
    </dgm:pt>
    <dgm:pt modelId="{10452F9C-BEEB-408F-8F5E-C9A4663FB6D3}" type="pres">
      <dgm:prSet presAssocID="{24C7F893-C3FA-4D07-9F08-B79324D35C4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11EDCA6-9003-4969-90E4-5E1549739114}" type="pres">
      <dgm:prSet presAssocID="{24C7F893-C3FA-4D07-9F08-B79324D35C4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D1F563F9-85CC-445E-97F2-A9B6015D9ADF}" type="pres">
      <dgm:prSet presAssocID="{24C7F893-C3FA-4D07-9F08-B79324D35C43}" presName="spaceRect" presStyleCnt="0"/>
      <dgm:spPr/>
    </dgm:pt>
    <dgm:pt modelId="{84B22CE6-7E00-402A-AF59-0E38D0B6F690}" type="pres">
      <dgm:prSet presAssocID="{24C7F893-C3FA-4D07-9F08-B79324D35C43}" presName="textRect" presStyleLbl="revTx" presStyleIdx="0" presStyleCnt="5">
        <dgm:presLayoutVars>
          <dgm:chMax val="1"/>
          <dgm:chPref val="1"/>
        </dgm:presLayoutVars>
      </dgm:prSet>
      <dgm:spPr/>
    </dgm:pt>
    <dgm:pt modelId="{0E83EA8A-6EFC-480F-B5BE-DCBB017CB6AE}" type="pres">
      <dgm:prSet presAssocID="{55BB0715-0FAD-4C93-B660-8EF93A1F08DA}" presName="sibTrans" presStyleCnt="0"/>
      <dgm:spPr/>
    </dgm:pt>
    <dgm:pt modelId="{8A8E88EB-E1B1-4744-A4B7-34685E598F24}" type="pres">
      <dgm:prSet presAssocID="{EFC48C0A-8FD1-4CD8-99AE-BCAE8E229E0D}" presName="compNode" presStyleCnt="0"/>
      <dgm:spPr/>
    </dgm:pt>
    <dgm:pt modelId="{566130CB-2CE5-49A1-983F-AA0CCEF8519C}" type="pres">
      <dgm:prSet presAssocID="{EFC48C0A-8FD1-4CD8-99AE-BCAE8E229E0D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AE76D29-3BE5-4560-9607-6DCA80165426}" type="pres">
      <dgm:prSet presAssocID="{EFC48C0A-8FD1-4CD8-99AE-BCAE8E229E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D042B11-D5D3-4C71-BBE6-DFA693182644}" type="pres">
      <dgm:prSet presAssocID="{EFC48C0A-8FD1-4CD8-99AE-BCAE8E229E0D}" presName="spaceRect" presStyleCnt="0"/>
      <dgm:spPr/>
    </dgm:pt>
    <dgm:pt modelId="{863C4756-7D81-46D2-9098-322CB30786CF}" type="pres">
      <dgm:prSet presAssocID="{EFC48C0A-8FD1-4CD8-99AE-BCAE8E229E0D}" presName="textRect" presStyleLbl="revTx" presStyleIdx="1" presStyleCnt="5">
        <dgm:presLayoutVars>
          <dgm:chMax val="1"/>
          <dgm:chPref val="1"/>
        </dgm:presLayoutVars>
      </dgm:prSet>
      <dgm:spPr/>
    </dgm:pt>
    <dgm:pt modelId="{FCB9460D-46AC-4818-A053-E7FEF56FEA41}" type="pres">
      <dgm:prSet presAssocID="{1150D007-ABBD-4A4A-9B17-BE39CC4BA1CF}" presName="sibTrans" presStyleCnt="0"/>
      <dgm:spPr/>
    </dgm:pt>
    <dgm:pt modelId="{93C084F9-DE79-4847-AD38-27FDFF35FCEE}" type="pres">
      <dgm:prSet presAssocID="{6FEF8686-4998-4473-9371-83A06F03AFB2}" presName="compNode" presStyleCnt="0"/>
      <dgm:spPr/>
    </dgm:pt>
    <dgm:pt modelId="{E67AEF1A-6A3B-41AB-B401-12038DC33E1A}" type="pres">
      <dgm:prSet presAssocID="{6FEF8686-4998-4473-9371-83A06F03AFB2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17DF15A-DABB-4EE3-A77D-86565314168F}" type="pres">
      <dgm:prSet presAssocID="{6FEF8686-4998-4473-9371-83A06F03AF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18E8EE2-635B-42B8-B719-AC76F1976DC8}" type="pres">
      <dgm:prSet presAssocID="{6FEF8686-4998-4473-9371-83A06F03AFB2}" presName="spaceRect" presStyleCnt="0"/>
      <dgm:spPr/>
    </dgm:pt>
    <dgm:pt modelId="{44A93AB4-0C11-4EE0-9A6F-4BA2A8A009D1}" type="pres">
      <dgm:prSet presAssocID="{6FEF8686-4998-4473-9371-83A06F03AFB2}" presName="textRect" presStyleLbl="revTx" presStyleIdx="2" presStyleCnt="5">
        <dgm:presLayoutVars>
          <dgm:chMax val="1"/>
          <dgm:chPref val="1"/>
        </dgm:presLayoutVars>
      </dgm:prSet>
      <dgm:spPr/>
    </dgm:pt>
    <dgm:pt modelId="{95B7DBE3-EEF3-485E-B958-FC014375290D}" type="pres">
      <dgm:prSet presAssocID="{27ED54B2-C709-4658-9B34-61D13143BF71}" presName="sibTrans" presStyleCnt="0"/>
      <dgm:spPr/>
    </dgm:pt>
    <dgm:pt modelId="{4842A2F2-EA15-475A-AC44-0108BAC2A839}" type="pres">
      <dgm:prSet presAssocID="{4DCF8543-CE03-4491-959E-393B79A7A14F}" presName="compNode" presStyleCnt="0"/>
      <dgm:spPr/>
    </dgm:pt>
    <dgm:pt modelId="{95D14274-970C-4294-94D0-F58CE29ED39F}" type="pres">
      <dgm:prSet presAssocID="{4DCF8543-CE03-4491-959E-393B79A7A14F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76F639B-E9B3-4323-9933-997062DE9231}" type="pres">
      <dgm:prSet presAssocID="{4DCF8543-CE03-4491-959E-393B79A7A14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C4C92E77-8337-48FC-BF8B-DEAC82E0AD6E}" type="pres">
      <dgm:prSet presAssocID="{4DCF8543-CE03-4491-959E-393B79A7A14F}" presName="spaceRect" presStyleCnt="0"/>
      <dgm:spPr/>
    </dgm:pt>
    <dgm:pt modelId="{BC769175-7931-48B7-ADAB-AA331ED27D08}" type="pres">
      <dgm:prSet presAssocID="{4DCF8543-CE03-4491-959E-393B79A7A14F}" presName="textRect" presStyleLbl="revTx" presStyleIdx="3" presStyleCnt="5">
        <dgm:presLayoutVars>
          <dgm:chMax val="1"/>
          <dgm:chPref val="1"/>
        </dgm:presLayoutVars>
      </dgm:prSet>
      <dgm:spPr/>
    </dgm:pt>
    <dgm:pt modelId="{288A4B0D-8CDF-419D-8F27-F50D571C9349}" type="pres">
      <dgm:prSet presAssocID="{4A9ECD08-8EC1-45FA-B33F-2AAB808C2DFC}" presName="sibTrans" presStyleCnt="0"/>
      <dgm:spPr/>
    </dgm:pt>
    <dgm:pt modelId="{89AFB157-7348-4D92-B554-7369CCCD8BF4}" type="pres">
      <dgm:prSet presAssocID="{D8A61605-FECD-4719-A81D-0C61E0E69F09}" presName="compNode" presStyleCnt="0"/>
      <dgm:spPr/>
    </dgm:pt>
    <dgm:pt modelId="{56F43A09-9A5F-4C23-BD56-2A3EE1CDAF93}" type="pres">
      <dgm:prSet presAssocID="{D8A61605-FECD-4719-A81D-0C61E0E69F09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FC1834C-9ADB-4955-B8BF-10D5A7E9471B}" type="pres">
      <dgm:prSet presAssocID="{D8A61605-FECD-4719-A81D-0C61E0E69F0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CE0551A7-F487-426B-86DD-8083ED75594D}" type="pres">
      <dgm:prSet presAssocID="{D8A61605-FECD-4719-A81D-0C61E0E69F09}" presName="spaceRect" presStyleCnt="0"/>
      <dgm:spPr/>
    </dgm:pt>
    <dgm:pt modelId="{595AE0B9-5D16-4F38-ADF4-55AE7F25C3EB}" type="pres">
      <dgm:prSet presAssocID="{D8A61605-FECD-4719-A81D-0C61E0E69F0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F3CB03-A295-462D-ADDC-2289D3B80F90}" srcId="{D32050BD-2FFC-4BC4-B54B-61965A56DDEE}" destId="{24C7F893-C3FA-4D07-9F08-B79324D35C43}" srcOrd="0" destOrd="0" parTransId="{E399970C-E23A-4047-BAFC-221B7CACB36D}" sibTransId="{55BB0715-0FAD-4C93-B660-8EF93A1F08DA}"/>
    <dgm:cxn modelId="{11872007-8767-4C5F-9576-3110281D5913}" srcId="{D32050BD-2FFC-4BC4-B54B-61965A56DDEE}" destId="{6FEF8686-4998-4473-9371-83A06F03AFB2}" srcOrd="2" destOrd="0" parTransId="{C00B5C56-C89B-4875-8621-E433F249EC6C}" sibTransId="{27ED54B2-C709-4658-9B34-61D13143BF71}"/>
    <dgm:cxn modelId="{8573550D-C7E3-4A3A-96DC-148FD32A7CA8}" srcId="{D32050BD-2FFC-4BC4-B54B-61965A56DDEE}" destId="{4DCF8543-CE03-4491-959E-393B79A7A14F}" srcOrd="3" destOrd="0" parTransId="{1F36CC8C-A353-4E16-A1D7-2BF00FC2261B}" sibTransId="{4A9ECD08-8EC1-45FA-B33F-2AAB808C2DFC}"/>
    <dgm:cxn modelId="{08D20314-C755-4C04-B2D1-485A2BDCE4D0}" srcId="{D32050BD-2FFC-4BC4-B54B-61965A56DDEE}" destId="{D8A61605-FECD-4719-A81D-0C61E0E69F09}" srcOrd="4" destOrd="0" parTransId="{7EE6BE3D-F7F8-4E71-9AC3-528E1B0B2AE0}" sibTransId="{5F67260F-04A5-4371-8B03-F9B8F3BE1D22}"/>
    <dgm:cxn modelId="{6E9CBF49-B9EA-4A66-BE2B-B32002600275}" type="presOf" srcId="{24C7F893-C3FA-4D07-9F08-B79324D35C43}" destId="{84B22CE6-7E00-402A-AF59-0E38D0B6F690}" srcOrd="0" destOrd="0" presId="urn:microsoft.com/office/officeart/2018/5/layout/IconLeafLabelList"/>
    <dgm:cxn modelId="{35ED564D-EAB8-43C3-BD44-76FC301E2D03}" type="presOf" srcId="{6FEF8686-4998-4473-9371-83A06F03AFB2}" destId="{44A93AB4-0C11-4EE0-9A6F-4BA2A8A009D1}" srcOrd="0" destOrd="0" presId="urn:microsoft.com/office/officeart/2018/5/layout/IconLeafLabelList"/>
    <dgm:cxn modelId="{865F238B-C30A-434E-9C50-F6EE5B7B90FB}" srcId="{D32050BD-2FFC-4BC4-B54B-61965A56DDEE}" destId="{EFC48C0A-8FD1-4CD8-99AE-BCAE8E229E0D}" srcOrd="1" destOrd="0" parTransId="{63C307BC-6D7F-4AF3-9526-FD72EF23653E}" sibTransId="{1150D007-ABBD-4A4A-9B17-BE39CC4BA1CF}"/>
    <dgm:cxn modelId="{274C819A-7C7C-4E5F-A023-A878A89C85E9}" type="presOf" srcId="{D32050BD-2FFC-4BC4-B54B-61965A56DDEE}" destId="{9FFD584E-E1FC-4E7A-BF48-93002E1601FC}" srcOrd="0" destOrd="0" presId="urn:microsoft.com/office/officeart/2018/5/layout/IconLeafLabelList"/>
    <dgm:cxn modelId="{A1E494E0-959A-492B-86CE-02D3497B5968}" type="presOf" srcId="{D8A61605-FECD-4719-A81D-0C61E0E69F09}" destId="{595AE0B9-5D16-4F38-ADF4-55AE7F25C3EB}" srcOrd="0" destOrd="0" presId="urn:microsoft.com/office/officeart/2018/5/layout/IconLeafLabelList"/>
    <dgm:cxn modelId="{40E7FCE3-D7AA-4C15-BD51-9A2E498197F9}" type="presOf" srcId="{4DCF8543-CE03-4491-959E-393B79A7A14F}" destId="{BC769175-7931-48B7-ADAB-AA331ED27D08}" srcOrd="0" destOrd="0" presId="urn:microsoft.com/office/officeart/2018/5/layout/IconLeafLabelList"/>
    <dgm:cxn modelId="{6FFA39EF-AC3D-40A0-A13B-836CE264B66A}" type="presOf" srcId="{EFC48C0A-8FD1-4CD8-99AE-BCAE8E229E0D}" destId="{863C4756-7D81-46D2-9098-322CB30786CF}" srcOrd="0" destOrd="0" presId="urn:microsoft.com/office/officeart/2018/5/layout/IconLeafLabelList"/>
    <dgm:cxn modelId="{BCCCC7BC-ED6D-4FDB-B4C6-2830344EBE83}" type="presParOf" srcId="{9FFD584E-E1FC-4E7A-BF48-93002E1601FC}" destId="{4F052DDD-39A4-4EBE-A7F9-3101E82527AE}" srcOrd="0" destOrd="0" presId="urn:microsoft.com/office/officeart/2018/5/layout/IconLeafLabelList"/>
    <dgm:cxn modelId="{D3F054CA-12F7-4062-A086-A6D04322BFF5}" type="presParOf" srcId="{4F052DDD-39A4-4EBE-A7F9-3101E82527AE}" destId="{10452F9C-BEEB-408F-8F5E-C9A4663FB6D3}" srcOrd="0" destOrd="0" presId="urn:microsoft.com/office/officeart/2018/5/layout/IconLeafLabelList"/>
    <dgm:cxn modelId="{F2D9738B-F966-4C77-A773-674570B3F7F7}" type="presParOf" srcId="{4F052DDD-39A4-4EBE-A7F9-3101E82527AE}" destId="{911EDCA6-9003-4969-90E4-5E1549739114}" srcOrd="1" destOrd="0" presId="urn:microsoft.com/office/officeart/2018/5/layout/IconLeafLabelList"/>
    <dgm:cxn modelId="{BD75A5CE-3CF5-4F44-B9AA-771BF2F26AEF}" type="presParOf" srcId="{4F052DDD-39A4-4EBE-A7F9-3101E82527AE}" destId="{D1F563F9-85CC-445E-97F2-A9B6015D9ADF}" srcOrd="2" destOrd="0" presId="urn:microsoft.com/office/officeart/2018/5/layout/IconLeafLabelList"/>
    <dgm:cxn modelId="{F44A3389-42B6-474E-9843-3240F95814DF}" type="presParOf" srcId="{4F052DDD-39A4-4EBE-A7F9-3101E82527AE}" destId="{84B22CE6-7E00-402A-AF59-0E38D0B6F690}" srcOrd="3" destOrd="0" presId="urn:microsoft.com/office/officeart/2018/5/layout/IconLeafLabelList"/>
    <dgm:cxn modelId="{9B7AF4E6-3C2B-4599-9277-B65BB4A377D3}" type="presParOf" srcId="{9FFD584E-E1FC-4E7A-BF48-93002E1601FC}" destId="{0E83EA8A-6EFC-480F-B5BE-DCBB017CB6AE}" srcOrd="1" destOrd="0" presId="urn:microsoft.com/office/officeart/2018/5/layout/IconLeafLabelList"/>
    <dgm:cxn modelId="{1EFF3585-D38A-463F-B651-2EB6CF106471}" type="presParOf" srcId="{9FFD584E-E1FC-4E7A-BF48-93002E1601FC}" destId="{8A8E88EB-E1B1-4744-A4B7-34685E598F24}" srcOrd="2" destOrd="0" presId="urn:microsoft.com/office/officeart/2018/5/layout/IconLeafLabelList"/>
    <dgm:cxn modelId="{BDF1F898-B845-4F59-8456-6571F891A06A}" type="presParOf" srcId="{8A8E88EB-E1B1-4744-A4B7-34685E598F24}" destId="{566130CB-2CE5-49A1-983F-AA0CCEF8519C}" srcOrd="0" destOrd="0" presId="urn:microsoft.com/office/officeart/2018/5/layout/IconLeafLabelList"/>
    <dgm:cxn modelId="{2F79D60D-9DE7-4418-A8D9-FB220D6A228F}" type="presParOf" srcId="{8A8E88EB-E1B1-4744-A4B7-34685E598F24}" destId="{2AE76D29-3BE5-4560-9607-6DCA80165426}" srcOrd="1" destOrd="0" presId="urn:microsoft.com/office/officeart/2018/5/layout/IconLeafLabelList"/>
    <dgm:cxn modelId="{6138BBB2-AADD-4D63-8901-7EA00EB841FA}" type="presParOf" srcId="{8A8E88EB-E1B1-4744-A4B7-34685E598F24}" destId="{AD042B11-D5D3-4C71-BBE6-DFA693182644}" srcOrd="2" destOrd="0" presId="urn:microsoft.com/office/officeart/2018/5/layout/IconLeafLabelList"/>
    <dgm:cxn modelId="{B8F1A6E6-D14E-4718-B1D6-37A0E62BF47B}" type="presParOf" srcId="{8A8E88EB-E1B1-4744-A4B7-34685E598F24}" destId="{863C4756-7D81-46D2-9098-322CB30786CF}" srcOrd="3" destOrd="0" presId="urn:microsoft.com/office/officeart/2018/5/layout/IconLeafLabelList"/>
    <dgm:cxn modelId="{C8B4905F-2A75-4726-BC2F-86B48B318231}" type="presParOf" srcId="{9FFD584E-E1FC-4E7A-BF48-93002E1601FC}" destId="{FCB9460D-46AC-4818-A053-E7FEF56FEA41}" srcOrd="3" destOrd="0" presId="urn:microsoft.com/office/officeart/2018/5/layout/IconLeafLabelList"/>
    <dgm:cxn modelId="{320EBF54-25F3-4997-8F40-5C57F5336AA3}" type="presParOf" srcId="{9FFD584E-E1FC-4E7A-BF48-93002E1601FC}" destId="{93C084F9-DE79-4847-AD38-27FDFF35FCEE}" srcOrd="4" destOrd="0" presId="urn:microsoft.com/office/officeart/2018/5/layout/IconLeafLabelList"/>
    <dgm:cxn modelId="{E6D3C8CC-E482-409B-9B43-A1F9559A80BB}" type="presParOf" srcId="{93C084F9-DE79-4847-AD38-27FDFF35FCEE}" destId="{E67AEF1A-6A3B-41AB-B401-12038DC33E1A}" srcOrd="0" destOrd="0" presId="urn:microsoft.com/office/officeart/2018/5/layout/IconLeafLabelList"/>
    <dgm:cxn modelId="{F76A9EEB-8EC0-47AE-A9BC-BA5232020CDE}" type="presParOf" srcId="{93C084F9-DE79-4847-AD38-27FDFF35FCEE}" destId="{817DF15A-DABB-4EE3-A77D-86565314168F}" srcOrd="1" destOrd="0" presId="urn:microsoft.com/office/officeart/2018/5/layout/IconLeafLabelList"/>
    <dgm:cxn modelId="{93E426EA-203D-497A-9086-EE6BE6641B17}" type="presParOf" srcId="{93C084F9-DE79-4847-AD38-27FDFF35FCEE}" destId="{E18E8EE2-635B-42B8-B719-AC76F1976DC8}" srcOrd="2" destOrd="0" presId="urn:microsoft.com/office/officeart/2018/5/layout/IconLeafLabelList"/>
    <dgm:cxn modelId="{9615E6FC-5E55-4B78-8609-450F9C9AEC66}" type="presParOf" srcId="{93C084F9-DE79-4847-AD38-27FDFF35FCEE}" destId="{44A93AB4-0C11-4EE0-9A6F-4BA2A8A009D1}" srcOrd="3" destOrd="0" presId="urn:microsoft.com/office/officeart/2018/5/layout/IconLeafLabelList"/>
    <dgm:cxn modelId="{699EF0BF-CFC9-483D-9E1C-F1C1104B1819}" type="presParOf" srcId="{9FFD584E-E1FC-4E7A-BF48-93002E1601FC}" destId="{95B7DBE3-EEF3-485E-B958-FC014375290D}" srcOrd="5" destOrd="0" presId="urn:microsoft.com/office/officeart/2018/5/layout/IconLeafLabelList"/>
    <dgm:cxn modelId="{DAF4CBD8-A6C9-4239-94A9-0DF69A84E8BD}" type="presParOf" srcId="{9FFD584E-E1FC-4E7A-BF48-93002E1601FC}" destId="{4842A2F2-EA15-475A-AC44-0108BAC2A839}" srcOrd="6" destOrd="0" presId="urn:microsoft.com/office/officeart/2018/5/layout/IconLeafLabelList"/>
    <dgm:cxn modelId="{625CCC7D-24EC-42DD-8C60-8A7796921D5C}" type="presParOf" srcId="{4842A2F2-EA15-475A-AC44-0108BAC2A839}" destId="{95D14274-970C-4294-94D0-F58CE29ED39F}" srcOrd="0" destOrd="0" presId="urn:microsoft.com/office/officeart/2018/5/layout/IconLeafLabelList"/>
    <dgm:cxn modelId="{FBF5271E-F5CB-487B-8A10-774A743B6BC5}" type="presParOf" srcId="{4842A2F2-EA15-475A-AC44-0108BAC2A839}" destId="{576F639B-E9B3-4323-9933-997062DE9231}" srcOrd="1" destOrd="0" presId="urn:microsoft.com/office/officeart/2018/5/layout/IconLeafLabelList"/>
    <dgm:cxn modelId="{CBA781CB-2AC8-4CE2-B705-1F474A1C9063}" type="presParOf" srcId="{4842A2F2-EA15-475A-AC44-0108BAC2A839}" destId="{C4C92E77-8337-48FC-BF8B-DEAC82E0AD6E}" srcOrd="2" destOrd="0" presId="urn:microsoft.com/office/officeart/2018/5/layout/IconLeafLabelList"/>
    <dgm:cxn modelId="{8C8E0297-5495-49A9-8D8F-66785A4995D7}" type="presParOf" srcId="{4842A2F2-EA15-475A-AC44-0108BAC2A839}" destId="{BC769175-7931-48B7-ADAB-AA331ED27D08}" srcOrd="3" destOrd="0" presId="urn:microsoft.com/office/officeart/2018/5/layout/IconLeafLabelList"/>
    <dgm:cxn modelId="{742B8851-632E-497A-93A7-5D708289E179}" type="presParOf" srcId="{9FFD584E-E1FC-4E7A-BF48-93002E1601FC}" destId="{288A4B0D-8CDF-419D-8F27-F50D571C9349}" srcOrd="7" destOrd="0" presId="urn:microsoft.com/office/officeart/2018/5/layout/IconLeafLabelList"/>
    <dgm:cxn modelId="{7AAA5717-0633-4811-8BC1-FB5AEC8D4406}" type="presParOf" srcId="{9FFD584E-E1FC-4E7A-BF48-93002E1601FC}" destId="{89AFB157-7348-4D92-B554-7369CCCD8BF4}" srcOrd="8" destOrd="0" presId="urn:microsoft.com/office/officeart/2018/5/layout/IconLeafLabelList"/>
    <dgm:cxn modelId="{91E5BCA7-E7B0-41FA-B7FC-5D1CF8D78A3D}" type="presParOf" srcId="{89AFB157-7348-4D92-B554-7369CCCD8BF4}" destId="{56F43A09-9A5F-4C23-BD56-2A3EE1CDAF93}" srcOrd="0" destOrd="0" presId="urn:microsoft.com/office/officeart/2018/5/layout/IconLeafLabelList"/>
    <dgm:cxn modelId="{7BC0176B-F6DE-4B1F-8130-CB8292AD341D}" type="presParOf" srcId="{89AFB157-7348-4D92-B554-7369CCCD8BF4}" destId="{DFC1834C-9ADB-4955-B8BF-10D5A7E9471B}" srcOrd="1" destOrd="0" presId="urn:microsoft.com/office/officeart/2018/5/layout/IconLeafLabelList"/>
    <dgm:cxn modelId="{CD7EA3CF-2EE1-4945-B2D7-4E6CDEFDF82C}" type="presParOf" srcId="{89AFB157-7348-4D92-B554-7369CCCD8BF4}" destId="{CE0551A7-F487-426B-86DD-8083ED75594D}" srcOrd="2" destOrd="0" presId="urn:microsoft.com/office/officeart/2018/5/layout/IconLeafLabelList"/>
    <dgm:cxn modelId="{F9399BF7-A6C5-4A0E-AD80-6D37A16D7A54}" type="presParOf" srcId="{89AFB157-7348-4D92-B554-7369CCCD8BF4}" destId="{595AE0B9-5D16-4F38-ADF4-55AE7F25C3E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3D9542-F5F5-4E28-A12F-122532315C8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F890EA3-A665-4A85-9F02-9C1FC17F8A19}">
      <dgm:prSet/>
      <dgm:spPr/>
      <dgm:t>
        <a:bodyPr/>
        <a:lstStyle/>
        <a:p>
          <a:r>
            <a:rPr lang="en-US"/>
            <a:t>• Detected pantry items</a:t>
          </a:r>
        </a:p>
      </dgm:t>
    </dgm:pt>
    <dgm:pt modelId="{82516DC9-CB37-47D5-9656-91FEB40DA1D6}" type="parTrans" cxnId="{FFC94C20-FB75-47CC-8136-02076ED920FA}">
      <dgm:prSet/>
      <dgm:spPr/>
      <dgm:t>
        <a:bodyPr/>
        <a:lstStyle/>
        <a:p>
          <a:endParaRPr lang="en-US"/>
        </a:p>
      </dgm:t>
    </dgm:pt>
    <dgm:pt modelId="{19CC0245-4D3C-49E7-B24D-BBBE7BEC69AF}" type="sibTrans" cxnId="{FFC94C20-FB75-47CC-8136-02076ED920FA}">
      <dgm:prSet/>
      <dgm:spPr/>
      <dgm:t>
        <a:bodyPr/>
        <a:lstStyle/>
        <a:p>
          <a:endParaRPr lang="en-US"/>
        </a:p>
      </dgm:t>
    </dgm:pt>
    <dgm:pt modelId="{FA314B1E-97B7-40DA-B8DA-197677BB6B21}">
      <dgm:prSet/>
      <dgm:spPr/>
      <dgm:t>
        <a:bodyPr/>
        <a:lstStyle/>
        <a:p>
          <a:r>
            <a:rPr lang="en-US"/>
            <a:t>• Storage categories</a:t>
          </a:r>
        </a:p>
      </dgm:t>
    </dgm:pt>
    <dgm:pt modelId="{8F26149D-0E1C-42E2-85CA-B140C419BD29}" type="parTrans" cxnId="{E09E9CB9-5490-4A5E-9627-6E0380CE6217}">
      <dgm:prSet/>
      <dgm:spPr/>
      <dgm:t>
        <a:bodyPr/>
        <a:lstStyle/>
        <a:p>
          <a:endParaRPr lang="en-US"/>
        </a:p>
      </dgm:t>
    </dgm:pt>
    <dgm:pt modelId="{5BE75A90-AD31-4DC3-B118-81483C02890D}" type="sibTrans" cxnId="{E09E9CB9-5490-4A5E-9627-6E0380CE6217}">
      <dgm:prSet/>
      <dgm:spPr/>
      <dgm:t>
        <a:bodyPr/>
        <a:lstStyle/>
        <a:p>
          <a:endParaRPr lang="en-US"/>
        </a:p>
      </dgm:t>
    </dgm:pt>
    <dgm:pt modelId="{C7051205-DB90-4543-93AC-3643E4085472}">
      <dgm:prSet/>
      <dgm:spPr/>
      <dgm:t>
        <a:bodyPr/>
        <a:lstStyle/>
        <a:p>
          <a:r>
            <a:rPr lang="en-US"/>
            <a:t>• 3-step recipes</a:t>
          </a:r>
        </a:p>
      </dgm:t>
    </dgm:pt>
    <dgm:pt modelId="{8490BAFC-1A52-45AC-9FA5-F63C5C80DFAA}" type="parTrans" cxnId="{A340FFF4-C4EB-48F4-81CD-8A339E9723F5}">
      <dgm:prSet/>
      <dgm:spPr/>
      <dgm:t>
        <a:bodyPr/>
        <a:lstStyle/>
        <a:p>
          <a:endParaRPr lang="en-US"/>
        </a:p>
      </dgm:t>
    </dgm:pt>
    <dgm:pt modelId="{3FC096DB-B033-4D9F-B83D-AE93B8B79CDB}" type="sibTrans" cxnId="{A340FFF4-C4EB-48F4-81CD-8A339E9723F5}">
      <dgm:prSet/>
      <dgm:spPr/>
      <dgm:t>
        <a:bodyPr/>
        <a:lstStyle/>
        <a:p>
          <a:endParaRPr lang="en-US"/>
        </a:p>
      </dgm:t>
    </dgm:pt>
    <dgm:pt modelId="{29FA6F68-B356-4FF1-B1FB-9F48F272B86A}">
      <dgm:prSet/>
      <dgm:spPr/>
      <dgm:t>
        <a:bodyPr/>
        <a:lstStyle/>
        <a:p>
          <a:r>
            <a:rPr lang="en-US"/>
            <a:t>• Health score (1–10)</a:t>
          </a:r>
        </a:p>
      </dgm:t>
    </dgm:pt>
    <dgm:pt modelId="{C4E07436-B398-48B9-86A3-DB500182D501}" type="parTrans" cxnId="{2D7DDC25-5F10-4D84-938C-417FD6CC2E68}">
      <dgm:prSet/>
      <dgm:spPr/>
      <dgm:t>
        <a:bodyPr/>
        <a:lstStyle/>
        <a:p>
          <a:endParaRPr lang="en-US"/>
        </a:p>
      </dgm:t>
    </dgm:pt>
    <dgm:pt modelId="{63605754-2573-49F0-9A67-9D7F96A9B153}" type="sibTrans" cxnId="{2D7DDC25-5F10-4D84-938C-417FD6CC2E68}">
      <dgm:prSet/>
      <dgm:spPr/>
      <dgm:t>
        <a:bodyPr/>
        <a:lstStyle/>
        <a:p>
          <a:endParaRPr lang="en-US"/>
        </a:p>
      </dgm:t>
    </dgm:pt>
    <dgm:pt modelId="{605AF5AD-823C-4411-ACAF-B431B6BB6DE4}">
      <dgm:prSet/>
      <dgm:spPr/>
      <dgm:t>
        <a:bodyPr/>
        <a:lstStyle/>
        <a:p>
          <a:r>
            <a:rPr lang="en-US"/>
            <a:t>• Grocery list &amp; substitutions</a:t>
          </a:r>
        </a:p>
      </dgm:t>
    </dgm:pt>
    <dgm:pt modelId="{33470909-2CA1-43E3-9CC7-BB1E5FFA9781}" type="parTrans" cxnId="{DFB8A73A-7CB9-43D2-BB23-2D51B24A3A93}">
      <dgm:prSet/>
      <dgm:spPr/>
      <dgm:t>
        <a:bodyPr/>
        <a:lstStyle/>
        <a:p>
          <a:endParaRPr lang="en-US"/>
        </a:p>
      </dgm:t>
    </dgm:pt>
    <dgm:pt modelId="{B4D71111-EE42-4677-A51F-A70AFCC0A8FA}" type="sibTrans" cxnId="{DFB8A73A-7CB9-43D2-BB23-2D51B24A3A93}">
      <dgm:prSet/>
      <dgm:spPr/>
      <dgm:t>
        <a:bodyPr/>
        <a:lstStyle/>
        <a:p>
          <a:endParaRPr lang="en-US"/>
        </a:p>
      </dgm:t>
    </dgm:pt>
    <dgm:pt modelId="{6B5FBD78-72A5-47B2-BE2F-16101031FAF1}" type="pres">
      <dgm:prSet presAssocID="{953D9542-F5F5-4E28-A12F-122532315C8D}" presName="root" presStyleCnt="0">
        <dgm:presLayoutVars>
          <dgm:dir/>
          <dgm:resizeHandles val="exact"/>
        </dgm:presLayoutVars>
      </dgm:prSet>
      <dgm:spPr/>
    </dgm:pt>
    <dgm:pt modelId="{AC9CB6A8-2EAE-4E5F-8433-57D05227D917}" type="pres">
      <dgm:prSet presAssocID="{CF890EA3-A665-4A85-9F02-9C1FC17F8A19}" presName="compNode" presStyleCnt="0"/>
      <dgm:spPr/>
    </dgm:pt>
    <dgm:pt modelId="{4A9C1FF6-6CCD-4B40-BF4B-94A273FF4AD8}" type="pres">
      <dgm:prSet presAssocID="{CF890EA3-A665-4A85-9F02-9C1FC17F8A1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0331BBE-991C-4F18-B89C-94BFA9137DED}" type="pres">
      <dgm:prSet presAssocID="{CF890EA3-A665-4A85-9F02-9C1FC17F8A19}" presName="spaceRect" presStyleCnt="0"/>
      <dgm:spPr/>
    </dgm:pt>
    <dgm:pt modelId="{CC72B4D1-E45A-4485-A952-329998D17A72}" type="pres">
      <dgm:prSet presAssocID="{CF890EA3-A665-4A85-9F02-9C1FC17F8A19}" presName="textRect" presStyleLbl="revTx" presStyleIdx="0" presStyleCnt="5">
        <dgm:presLayoutVars>
          <dgm:chMax val="1"/>
          <dgm:chPref val="1"/>
        </dgm:presLayoutVars>
      </dgm:prSet>
      <dgm:spPr/>
    </dgm:pt>
    <dgm:pt modelId="{BB9A7413-8654-4B54-ACD8-67478B8A66FC}" type="pres">
      <dgm:prSet presAssocID="{19CC0245-4D3C-49E7-B24D-BBBE7BEC69AF}" presName="sibTrans" presStyleCnt="0"/>
      <dgm:spPr/>
    </dgm:pt>
    <dgm:pt modelId="{121877C3-BD47-47C1-88F9-575A8204104E}" type="pres">
      <dgm:prSet presAssocID="{FA314B1E-97B7-40DA-B8DA-197677BB6B21}" presName="compNode" presStyleCnt="0"/>
      <dgm:spPr/>
    </dgm:pt>
    <dgm:pt modelId="{C10A23C0-D271-45A0-9001-4E83FD6CF822}" type="pres">
      <dgm:prSet presAssocID="{FA314B1E-97B7-40DA-B8DA-197677BB6B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284A50B-3F07-483B-B100-00F0139EE27B}" type="pres">
      <dgm:prSet presAssocID="{FA314B1E-97B7-40DA-B8DA-197677BB6B21}" presName="spaceRect" presStyleCnt="0"/>
      <dgm:spPr/>
    </dgm:pt>
    <dgm:pt modelId="{E202C34C-55D7-4AAF-A4D6-F98AD9965D6C}" type="pres">
      <dgm:prSet presAssocID="{FA314B1E-97B7-40DA-B8DA-197677BB6B21}" presName="textRect" presStyleLbl="revTx" presStyleIdx="1" presStyleCnt="5">
        <dgm:presLayoutVars>
          <dgm:chMax val="1"/>
          <dgm:chPref val="1"/>
        </dgm:presLayoutVars>
      </dgm:prSet>
      <dgm:spPr/>
    </dgm:pt>
    <dgm:pt modelId="{3BCD4C1A-9EC1-436A-8203-608B79AF780E}" type="pres">
      <dgm:prSet presAssocID="{5BE75A90-AD31-4DC3-B118-81483C02890D}" presName="sibTrans" presStyleCnt="0"/>
      <dgm:spPr/>
    </dgm:pt>
    <dgm:pt modelId="{E91C9E85-8BA5-4073-AE53-FA8D0787DB1E}" type="pres">
      <dgm:prSet presAssocID="{C7051205-DB90-4543-93AC-3643E4085472}" presName="compNode" presStyleCnt="0"/>
      <dgm:spPr/>
    </dgm:pt>
    <dgm:pt modelId="{BBFFE8D4-D8B9-4628-BA74-82A344E49280}" type="pres">
      <dgm:prSet presAssocID="{C7051205-DB90-4543-93AC-3643E40854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5DE1A350-4313-4679-A3A6-C695EDB871D3}" type="pres">
      <dgm:prSet presAssocID="{C7051205-DB90-4543-93AC-3643E4085472}" presName="spaceRect" presStyleCnt="0"/>
      <dgm:spPr/>
    </dgm:pt>
    <dgm:pt modelId="{9A10A535-CB3A-402D-B0EC-B03632BB63CA}" type="pres">
      <dgm:prSet presAssocID="{C7051205-DB90-4543-93AC-3643E4085472}" presName="textRect" presStyleLbl="revTx" presStyleIdx="2" presStyleCnt="5">
        <dgm:presLayoutVars>
          <dgm:chMax val="1"/>
          <dgm:chPref val="1"/>
        </dgm:presLayoutVars>
      </dgm:prSet>
      <dgm:spPr/>
    </dgm:pt>
    <dgm:pt modelId="{8629326A-6137-4E57-82B3-BCD927D13EE3}" type="pres">
      <dgm:prSet presAssocID="{3FC096DB-B033-4D9F-B83D-AE93B8B79CDB}" presName="sibTrans" presStyleCnt="0"/>
      <dgm:spPr/>
    </dgm:pt>
    <dgm:pt modelId="{3528CC0A-DAA1-4FAF-9736-8F6084B5E1CD}" type="pres">
      <dgm:prSet presAssocID="{29FA6F68-B356-4FF1-B1FB-9F48F272B86A}" presName="compNode" presStyleCnt="0"/>
      <dgm:spPr/>
    </dgm:pt>
    <dgm:pt modelId="{39E9B161-9477-41C6-A8EE-4B6E14899B5E}" type="pres">
      <dgm:prSet presAssocID="{29FA6F68-B356-4FF1-B1FB-9F48F272B86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5915FD71-F3EA-4944-82EE-6AE2396B5191}" type="pres">
      <dgm:prSet presAssocID="{29FA6F68-B356-4FF1-B1FB-9F48F272B86A}" presName="spaceRect" presStyleCnt="0"/>
      <dgm:spPr/>
    </dgm:pt>
    <dgm:pt modelId="{8597A96E-68D9-4115-B0B0-2CFF29D432F5}" type="pres">
      <dgm:prSet presAssocID="{29FA6F68-B356-4FF1-B1FB-9F48F272B86A}" presName="textRect" presStyleLbl="revTx" presStyleIdx="3" presStyleCnt="5">
        <dgm:presLayoutVars>
          <dgm:chMax val="1"/>
          <dgm:chPref val="1"/>
        </dgm:presLayoutVars>
      </dgm:prSet>
      <dgm:spPr/>
    </dgm:pt>
    <dgm:pt modelId="{5DA27F96-9A97-4069-9772-F6B61CBA8A90}" type="pres">
      <dgm:prSet presAssocID="{63605754-2573-49F0-9A67-9D7F96A9B153}" presName="sibTrans" presStyleCnt="0"/>
      <dgm:spPr/>
    </dgm:pt>
    <dgm:pt modelId="{8B720846-28C2-4DBC-9A27-F51659CA86D9}" type="pres">
      <dgm:prSet presAssocID="{605AF5AD-823C-4411-ACAF-B431B6BB6DE4}" presName="compNode" presStyleCnt="0"/>
      <dgm:spPr/>
    </dgm:pt>
    <dgm:pt modelId="{1D699D65-0CDE-49B2-B7A3-A3688DE5C4B6}" type="pres">
      <dgm:prSet presAssocID="{605AF5AD-823C-4411-ACAF-B431B6BB6D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E868896D-9A24-42A1-99A5-67E71DA3D640}" type="pres">
      <dgm:prSet presAssocID="{605AF5AD-823C-4411-ACAF-B431B6BB6DE4}" presName="spaceRect" presStyleCnt="0"/>
      <dgm:spPr/>
    </dgm:pt>
    <dgm:pt modelId="{E32DDF17-F7CD-45F8-B55A-8389069DC7E8}" type="pres">
      <dgm:prSet presAssocID="{605AF5AD-823C-4411-ACAF-B431B6BB6D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860FA1B-7D33-4A6A-9A68-E93B5B6B771C}" type="presOf" srcId="{CF890EA3-A665-4A85-9F02-9C1FC17F8A19}" destId="{CC72B4D1-E45A-4485-A952-329998D17A72}" srcOrd="0" destOrd="0" presId="urn:microsoft.com/office/officeart/2018/2/layout/IconLabelList"/>
    <dgm:cxn modelId="{FFC94C20-FB75-47CC-8136-02076ED920FA}" srcId="{953D9542-F5F5-4E28-A12F-122532315C8D}" destId="{CF890EA3-A665-4A85-9F02-9C1FC17F8A19}" srcOrd="0" destOrd="0" parTransId="{82516DC9-CB37-47D5-9656-91FEB40DA1D6}" sibTransId="{19CC0245-4D3C-49E7-B24D-BBBE7BEC69AF}"/>
    <dgm:cxn modelId="{2D7DDC25-5F10-4D84-938C-417FD6CC2E68}" srcId="{953D9542-F5F5-4E28-A12F-122532315C8D}" destId="{29FA6F68-B356-4FF1-B1FB-9F48F272B86A}" srcOrd="3" destOrd="0" parTransId="{C4E07436-B398-48B9-86A3-DB500182D501}" sibTransId="{63605754-2573-49F0-9A67-9D7F96A9B153}"/>
    <dgm:cxn modelId="{DFB8A73A-7CB9-43D2-BB23-2D51B24A3A93}" srcId="{953D9542-F5F5-4E28-A12F-122532315C8D}" destId="{605AF5AD-823C-4411-ACAF-B431B6BB6DE4}" srcOrd="4" destOrd="0" parTransId="{33470909-2CA1-43E3-9CC7-BB1E5FFA9781}" sibTransId="{B4D71111-EE42-4677-A51F-A70AFCC0A8FA}"/>
    <dgm:cxn modelId="{15503D60-D21B-4E80-A6D7-314366A5272D}" type="presOf" srcId="{C7051205-DB90-4543-93AC-3643E4085472}" destId="{9A10A535-CB3A-402D-B0EC-B03632BB63CA}" srcOrd="0" destOrd="0" presId="urn:microsoft.com/office/officeart/2018/2/layout/IconLabelList"/>
    <dgm:cxn modelId="{6EEC6347-F227-4838-8F60-FE15A1AD6F5F}" type="presOf" srcId="{953D9542-F5F5-4E28-A12F-122532315C8D}" destId="{6B5FBD78-72A5-47B2-BE2F-16101031FAF1}" srcOrd="0" destOrd="0" presId="urn:microsoft.com/office/officeart/2018/2/layout/IconLabelList"/>
    <dgm:cxn modelId="{DD1E6C68-CC6F-46A4-A900-0BA16748B4A4}" type="presOf" srcId="{29FA6F68-B356-4FF1-B1FB-9F48F272B86A}" destId="{8597A96E-68D9-4115-B0B0-2CFF29D432F5}" srcOrd="0" destOrd="0" presId="urn:microsoft.com/office/officeart/2018/2/layout/IconLabelList"/>
    <dgm:cxn modelId="{FBF3356E-E895-400B-B3CC-C31AF1C3702D}" type="presOf" srcId="{605AF5AD-823C-4411-ACAF-B431B6BB6DE4}" destId="{E32DDF17-F7CD-45F8-B55A-8389069DC7E8}" srcOrd="0" destOrd="0" presId="urn:microsoft.com/office/officeart/2018/2/layout/IconLabelList"/>
    <dgm:cxn modelId="{E09E9CB9-5490-4A5E-9627-6E0380CE6217}" srcId="{953D9542-F5F5-4E28-A12F-122532315C8D}" destId="{FA314B1E-97B7-40DA-B8DA-197677BB6B21}" srcOrd="1" destOrd="0" parTransId="{8F26149D-0E1C-42E2-85CA-B140C419BD29}" sibTransId="{5BE75A90-AD31-4DC3-B118-81483C02890D}"/>
    <dgm:cxn modelId="{9CC028BB-3127-4BCF-A7EB-62AE19FE7703}" type="presOf" srcId="{FA314B1E-97B7-40DA-B8DA-197677BB6B21}" destId="{E202C34C-55D7-4AAF-A4D6-F98AD9965D6C}" srcOrd="0" destOrd="0" presId="urn:microsoft.com/office/officeart/2018/2/layout/IconLabelList"/>
    <dgm:cxn modelId="{A340FFF4-C4EB-48F4-81CD-8A339E9723F5}" srcId="{953D9542-F5F5-4E28-A12F-122532315C8D}" destId="{C7051205-DB90-4543-93AC-3643E4085472}" srcOrd="2" destOrd="0" parTransId="{8490BAFC-1A52-45AC-9FA5-F63C5C80DFAA}" sibTransId="{3FC096DB-B033-4D9F-B83D-AE93B8B79CDB}"/>
    <dgm:cxn modelId="{ABBB3A91-2D65-4632-B956-D6A5B589E733}" type="presParOf" srcId="{6B5FBD78-72A5-47B2-BE2F-16101031FAF1}" destId="{AC9CB6A8-2EAE-4E5F-8433-57D05227D917}" srcOrd="0" destOrd="0" presId="urn:microsoft.com/office/officeart/2018/2/layout/IconLabelList"/>
    <dgm:cxn modelId="{026D26F3-B8DE-45D4-A073-BB871C9C3095}" type="presParOf" srcId="{AC9CB6A8-2EAE-4E5F-8433-57D05227D917}" destId="{4A9C1FF6-6CCD-4B40-BF4B-94A273FF4AD8}" srcOrd="0" destOrd="0" presId="urn:microsoft.com/office/officeart/2018/2/layout/IconLabelList"/>
    <dgm:cxn modelId="{160834CB-6E28-4490-B073-F88659B49367}" type="presParOf" srcId="{AC9CB6A8-2EAE-4E5F-8433-57D05227D917}" destId="{D0331BBE-991C-4F18-B89C-94BFA9137DED}" srcOrd="1" destOrd="0" presId="urn:microsoft.com/office/officeart/2018/2/layout/IconLabelList"/>
    <dgm:cxn modelId="{F57548AB-8617-4C08-A726-96F5D8022590}" type="presParOf" srcId="{AC9CB6A8-2EAE-4E5F-8433-57D05227D917}" destId="{CC72B4D1-E45A-4485-A952-329998D17A72}" srcOrd="2" destOrd="0" presId="urn:microsoft.com/office/officeart/2018/2/layout/IconLabelList"/>
    <dgm:cxn modelId="{ECC60692-4F0F-431D-BF9F-9F296A9C7ABA}" type="presParOf" srcId="{6B5FBD78-72A5-47B2-BE2F-16101031FAF1}" destId="{BB9A7413-8654-4B54-ACD8-67478B8A66FC}" srcOrd="1" destOrd="0" presId="urn:microsoft.com/office/officeart/2018/2/layout/IconLabelList"/>
    <dgm:cxn modelId="{45640C9B-8779-40ED-B32B-4410E87D9EFD}" type="presParOf" srcId="{6B5FBD78-72A5-47B2-BE2F-16101031FAF1}" destId="{121877C3-BD47-47C1-88F9-575A8204104E}" srcOrd="2" destOrd="0" presId="urn:microsoft.com/office/officeart/2018/2/layout/IconLabelList"/>
    <dgm:cxn modelId="{871BA9C5-9B59-4CBC-B8F7-20A05F7A25EC}" type="presParOf" srcId="{121877C3-BD47-47C1-88F9-575A8204104E}" destId="{C10A23C0-D271-45A0-9001-4E83FD6CF822}" srcOrd="0" destOrd="0" presId="urn:microsoft.com/office/officeart/2018/2/layout/IconLabelList"/>
    <dgm:cxn modelId="{676DA754-863C-4B70-B8C0-FD4D1A4B98B7}" type="presParOf" srcId="{121877C3-BD47-47C1-88F9-575A8204104E}" destId="{4284A50B-3F07-483B-B100-00F0139EE27B}" srcOrd="1" destOrd="0" presId="urn:microsoft.com/office/officeart/2018/2/layout/IconLabelList"/>
    <dgm:cxn modelId="{3DB6FCA2-7B41-469C-95B7-9ADADDD2184F}" type="presParOf" srcId="{121877C3-BD47-47C1-88F9-575A8204104E}" destId="{E202C34C-55D7-4AAF-A4D6-F98AD9965D6C}" srcOrd="2" destOrd="0" presId="urn:microsoft.com/office/officeart/2018/2/layout/IconLabelList"/>
    <dgm:cxn modelId="{C1F1FE33-2C7C-49FB-BE4B-58638227B619}" type="presParOf" srcId="{6B5FBD78-72A5-47B2-BE2F-16101031FAF1}" destId="{3BCD4C1A-9EC1-436A-8203-608B79AF780E}" srcOrd="3" destOrd="0" presId="urn:microsoft.com/office/officeart/2018/2/layout/IconLabelList"/>
    <dgm:cxn modelId="{0311950D-C05E-4348-8EF0-17F2335F0535}" type="presParOf" srcId="{6B5FBD78-72A5-47B2-BE2F-16101031FAF1}" destId="{E91C9E85-8BA5-4073-AE53-FA8D0787DB1E}" srcOrd="4" destOrd="0" presId="urn:microsoft.com/office/officeart/2018/2/layout/IconLabelList"/>
    <dgm:cxn modelId="{2E942DA0-FABE-4CD0-BDA4-7A74B7A9D96D}" type="presParOf" srcId="{E91C9E85-8BA5-4073-AE53-FA8D0787DB1E}" destId="{BBFFE8D4-D8B9-4628-BA74-82A344E49280}" srcOrd="0" destOrd="0" presId="urn:microsoft.com/office/officeart/2018/2/layout/IconLabelList"/>
    <dgm:cxn modelId="{2E9AD5DB-7786-4532-8C2F-8309634FE8E4}" type="presParOf" srcId="{E91C9E85-8BA5-4073-AE53-FA8D0787DB1E}" destId="{5DE1A350-4313-4679-A3A6-C695EDB871D3}" srcOrd="1" destOrd="0" presId="urn:microsoft.com/office/officeart/2018/2/layout/IconLabelList"/>
    <dgm:cxn modelId="{2C48621A-B4F9-48A3-931F-36FB72C529E2}" type="presParOf" srcId="{E91C9E85-8BA5-4073-AE53-FA8D0787DB1E}" destId="{9A10A535-CB3A-402D-B0EC-B03632BB63CA}" srcOrd="2" destOrd="0" presId="urn:microsoft.com/office/officeart/2018/2/layout/IconLabelList"/>
    <dgm:cxn modelId="{110F817B-EE40-4BFC-A778-EB4C688A37B3}" type="presParOf" srcId="{6B5FBD78-72A5-47B2-BE2F-16101031FAF1}" destId="{8629326A-6137-4E57-82B3-BCD927D13EE3}" srcOrd="5" destOrd="0" presId="urn:microsoft.com/office/officeart/2018/2/layout/IconLabelList"/>
    <dgm:cxn modelId="{2E51425F-AAAB-4BD9-A75F-9BBE6E4E34BF}" type="presParOf" srcId="{6B5FBD78-72A5-47B2-BE2F-16101031FAF1}" destId="{3528CC0A-DAA1-4FAF-9736-8F6084B5E1CD}" srcOrd="6" destOrd="0" presId="urn:microsoft.com/office/officeart/2018/2/layout/IconLabelList"/>
    <dgm:cxn modelId="{0EF64937-D82C-4C86-9B1C-6E3B7805EC20}" type="presParOf" srcId="{3528CC0A-DAA1-4FAF-9736-8F6084B5E1CD}" destId="{39E9B161-9477-41C6-A8EE-4B6E14899B5E}" srcOrd="0" destOrd="0" presId="urn:microsoft.com/office/officeart/2018/2/layout/IconLabelList"/>
    <dgm:cxn modelId="{7BC1CC5B-A060-41C2-98AD-8872E364B0C4}" type="presParOf" srcId="{3528CC0A-DAA1-4FAF-9736-8F6084B5E1CD}" destId="{5915FD71-F3EA-4944-82EE-6AE2396B5191}" srcOrd="1" destOrd="0" presId="urn:microsoft.com/office/officeart/2018/2/layout/IconLabelList"/>
    <dgm:cxn modelId="{472AD4DB-C229-43B9-A030-79E1BA9D66B2}" type="presParOf" srcId="{3528CC0A-DAA1-4FAF-9736-8F6084B5E1CD}" destId="{8597A96E-68D9-4115-B0B0-2CFF29D432F5}" srcOrd="2" destOrd="0" presId="urn:microsoft.com/office/officeart/2018/2/layout/IconLabelList"/>
    <dgm:cxn modelId="{CA186625-667F-4FC9-A234-4400BB9E8146}" type="presParOf" srcId="{6B5FBD78-72A5-47B2-BE2F-16101031FAF1}" destId="{5DA27F96-9A97-4069-9772-F6B61CBA8A90}" srcOrd="7" destOrd="0" presId="urn:microsoft.com/office/officeart/2018/2/layout/IconLabelList"/>
    <dgm:cxn modelId="{5EA0A749-1069-4AB1-9346-4E8B2AD75A4C}" type="presParOf" srcId="{6B5FBD78-72A5-47B2-BE2F-16101031FAF1}" destId="{8B720846-28C2-4DBC-9A27-F51659CA86D9}" srcOrd="8" destOrd="0" presId="urn:microsoft.com/office/officeart/2018/2/layout/IconLabelList"/>
    <dgm:cxn modelId="{19B67E0C-62CD-46AA-846B-9E77D9E745BC}" type="presParOf" srcId="{8B720846-28C2-4DBC-9A27-F51659CA86D9}" destId="{1D699D65-0CDE-49B2-B7A3-A3688DE5C4B6}" srcOrd="0" destOrd="0" presId="urn:microsoft.com/office/officeart/2018/2/layout/IconLabelList"/>
    <dgm:cxn modelId="{AE2A87EE-9AE4-4D7C-BE47-3DC909524349}" type="presParOf" srcId="{8B720846-28C2-4DBC-9A27-F51659CA86D9}" destId="{E868896D-9A24-42A1-99A5-67E71DA3D640}" srcOrd="1" destOrd="0" presId="urn:microsoft.com/office/officeart/2018/2/layout/IconLabelList"/>
    <dgm:cxn modelId="{F6F8169B-FB7F-4DD5-AF53-09236BE54273}" type="presParOf" srcId="{8B720846-28C2-4DBC-9A27-F51659CA86D9}" destId="{E32DDF17-F7CD-45F8-B55A-8389069DC7E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4F0D55-F85A-41BB-AC2B-6F0590DCB45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631B739-452A-4AF7-BAC2-0968C4BD46E0}">
      <dgm:prSet/>
      <dgm:spPr/>
      <dgm:t>
        <a:bodyPr/>
        <a:lstStyle/>
        <a:p>
          <a:pPr>
            <a:defRPr cap="all"/>
          </a:pPr>
          <a:r>
            <a:rPr lang="en-US"/>
            <a:t>• Tested with different pantry images</a:t>
          </a:r>
        </a:p>
      </dgm:t>
    </dgm:pt>
    <dgm:pt modelId="{E1DE5720-2575-4762-A338-E3C09298C30D}" type="parTrans" cxnId="{0AC37E93-32D2-4E1B-94D5-B129AA789A05}">
      <dgm:prSet/>
      <dgm:spPr/>
      <dgm:t>
        <a:bodyPr/>
        <a:lstStyle/>
        <a:p>
          <a:endParaRPr lang="en-US"/>
        </a:p>
      </dgm:t>
    </dgm:pt>
    <dgm:pt modelId="{44700949-C76E-4B98-8B8C-0E105DDBB022}" type="sibTrans" cxnId="{0AC37E93-32D2-4E1B-94D5-B129AA789A05}">
      <dgm:prSet/>
      <dgm:spPr/>
      <dgm:t>
        <a:bodyPr/>
        <a:lstStyle/>
        <a:p>
          <a:endParaRPr lang="en-US"/>
        </a:p>
      </dgm:t>
    </dgm:pt>
    <dgm:pt modelId="{C42C165F-A2B4-49EC-A128-2B8927FEA1B3}">
      <dgm:prSet/>
      <dgm:spPr/>
      <dgm:t>
        <a:bodyPr/>
        <a:lstStyle/>
        <a:p>
          <a:pPr>
            <a:defRPr cap="all"/>
          </a:pPr>
          <a:r>
            <a:rPr lang="en-US"/>
            <a:t>• Accurate ingredient detection</a:t>
          </a:r>
        </a:p>
      </dgm:t>
    </dgm:pt>
    <dgm:pt modelId="{C719CF91-E957-4E56-977C-5B94C32AAA0F}" type="parTrans" cxnId="{BDAFFA26-5347-457B-8058-10E1559687AC}">
      <dgm:prSet/>
      <dgm:spPr/>
      <dgm:t>
        <a:bodyPr/>
        <a:lstStyle/>
        <a:p>
          <a:endParaRPr lang="en-US"/>
        </a:p>
      </dgm:t>
    </dgm:pt>
    <dgm:pt modelId="{332882EE-7F69-408E-AEEB-45DD36BD2DC2}" type="sibTrans" cxnId="{BDAFFA26-5347-457B-8058-10E1559687AC}">
      <dgm:prSet/>
      <dgm:spPr/>
      <dgm:t>
        <a:bodyPr/>
        <a:lstStyle/>
        <a:p>
          <a:endParaRPr lang="en-US"/>
        </a:p>
      </dgm:t>
    </dgm:pt>
    <dgm:pt modelId="{6C185759-0C02-41B2-A1CE-547AA5D2F57E}">
      <dgm:prSet/>
      <dgm:spPr/>
      <dgm:t>
        <a:bodyPr/>
        <a:lstStyle/>
        <a:p>
          <a:pPr>
            <a:defRPr cap="all"/>
          </a:pPr>
          <a:r>
            <a:rPr lang="en-US"/>
            <a:t>• Easy-to-follow recipes</a:t>
          </a:r>
        </a:p>
      </dgm:t>
    </dgm:pt>
    <dgm:pt modelId="{BA9E46C6-DDD9-4E41-BDC7-8E64EB60595B}" type="parTrans" cxnId="{E94304F8-64BE-4A2C-B729-B039A183450C}">
      <dgm:prSet/>
      <dgm:spPr/>
      <dgm:t>
        <a:bodyPr/>
        <a:lstStyle/>
        <a:p>
          <a:endParaRPr lang="en-US"/>
        </a:p>
      </dgm:t>
    </dgm:pt>
    <dgm:pt modelId="{AA4B3FB4-81B4-49BB-8275-4AA196871A13}" type="sibTrans" cxnId="{E94304F8-64BE-4A2C-B729-B039A183450C}">
      <dgm:prSet/>
      <dgm:spPr/>
      <dgm:t>
        <a:bodyPr/>
        <a:lstStyle/>
        <a:p>
          <a:endParaRPr lang="en-US"/>
        </a:p>
      </dgm:t>
    </dgm:pt>
    <dgm:pt modelId="{353B6081-DA37-4F92-9368-B4B5CF26D675}">
      <dgm:prSet/>
      <dgm:spPr/>
      <dgm:t>
        <a:bodyPr/>
        <a:lstStyle/>
        <a:p>
          <a:pPr>
            <a:defRPr cap="all"/>
          </a:pPr>
          <a:r>
            <a:rPr lang="en-US"/>
            <a:t>• Reduces food waste</a:t>
          </a:r>
        </a:p>
      </dgm:t>
    </dgm:pt>
    <dgm:pt modelId="{9058CE65-186E-4ABD-8A34-5A570677CA55}" type="parTrans" cxnId="{C2F873A5-4B09-45B9-9734-E126D4A09C9C}">
      <dgm:prSet/>
      <dgm:spPr/>
      <dgm:t>
        <a:bodyPr/>
        <a:lstStyle/>
        <a:p>
          <a:endParaRPr lang="en-US"/>
        </a:p>
      </dgm:t>
    </dgm:pt>
    <dgm:pt modelId="{3638682D-5BF8-40D9-B2B4-DC84E8E5901F}" type="sibTrans" cxnId="{C2F873A5-4B09-45B9-9734-E126D4A09C9C}">
      <dgm:prSet/>
      <dgm:spPr/>
      <dgm:t>
        <a:bodyPr/>
        <a:lstStyle/>
        <a:p>
          <a:endParaRPr lang="en-US"/>
        </a:p>
      </dgm:t>
    </dgm:pt>
    <dgm:pt modelId="{4E6A84A4-531A-4A7E-85BB-F5C04594FA88}">
      <dgm:prSet/>
      <dgm:spPr/>
      <dgm:t>
        <a:bodyPr/>
        <a:lstStyle/>
        <a:p>
          <a:pPr>
            <a:defRPr cap="all"/>
          </a:pPr>
          <a:r>
            <a:rPr lang="en-US"/>
            <a:t>• Saves cooking time</a:t>
          </a:r>
        </a:p>
      </dgm:t>
    </dgm:pt>
    <dgm:pt modelId="{675C0F2F-2559-4C36-909A-9F06BA1D4C9C}" type="parTrans" cxnId="{4CDF428F-E8BC-4CD0-B306-4105128061E1}">
      <dgm:prSet/>
      <dgm:spPr/>
      <dgm:t>
        <a:bodyPr/>
        <a:lstStyle/>
        <a:p>
          <a:endParaRPr lang="en-US"/>
        </a:p>
      </dgm:t>
    </dgm:pt>
    <dgm:pt modelId="{386B112D-3248-48DD-A8CE-8C05EE5C5AC6}" type="sibTrans" cxnId="{4CDF428F-E8BC-4CD0-B306-4105128061E1}">
      <dgm:prSet/>
      <dgm:spPr/>
      <dgm:t>
        <a:bodyPr/>
        <a:lstStyle/>
        <a:p>
          <a:endParaRPr lang="en-US"/>
        </a:p>
      </dgm:t>
    </dgm:pt>
    <dgm:pt modelId="{CF6DA3D7-026D-4523-B83A-7679FF482648}" type="pres">
      <dgm:prSet presAssocID="{074F0D55-F85A-41BB-AC2B-6F0590DCB45E}" presName="root" presStyleCnt="0">
        <dgm:presLayoutVars>
          <dgm:dir/>
          <dgm:resizeHandles val="exact"/>
        </dgm:presLayoutVars>
      </dgm:prSet>
      <dgm:spPr/>
    </dgm:pt>
    <dgm:pt modelId="{8AABDCEE-01A5-45C2-BB29-8103FCC6EF8C}" type="pres">
      <dgm:prSet presAssocID="{3631B739-452A-4AF7-BAC2-0968C4BD46E0}" presName="compNode" presStyleCnt="0"/>
      <dgm:spPr/>
    </dgm:pt>
    <dgm:pt modelId="{59055029-D7FB-4A1F-922A-B7C4EE6A06F3}" type="pres">
      <dgm:prSet presAssocID="{3631B739-452A-4AF7-BAC2-0968C4BD46E0}" presName="iconBgRect" presStyleLbl="bgShp" presStyleIdx="0" presStyleCnt="5"/>
      <dgm:spPr/>
    </dgm:pt>
    <dgm:pt modelId="{97C7B5DE-675F-4CE8-9397-1DEE8C55C97A}" type="pres">
      <dgm:prSet presAssocID="{3631B739-452A-4AF7-BAC2-0968C4BD46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189B91C-77DE-4B59-805C-2D58C63A665C}" type="pres">
      <dgm:prSet presAssocID="{3631B739-452A-4AF7-BAC2-0968C4BD46E0}" presName="spaceRect" presStyleCnt="0"/>
      <dgm:spPr/>
    </dgm:pt>
    <dgm:pt modelId="{2879A69D-2364-4307-9A08-19445C6A8BC3}" type="pres">
      <dgm:prSet presAssocID="{3631B739-452A-4AF7-BAC2-0968C4BD46E0}" presName="textRect" presStyleLbl="revTx" presStyleIdx="0" presStyleCnt="5">
        <dgm:presLayoutVars>
          <dgm:chMax val="1"/>
          <dgm:chPref val="1"/>
        </dgm:presLayoutVars>
      </dgm:prSet>
      <dgm:spPr/>
    </dgm:pt>
    <dgm:pt modelId="{26FEDBEE-0C48-40ED-A5F1-DBCBE3975A5A}" type="pres">
      <dgm:prSet presAssocID="{44700949-C76E-4B98-8B8C-0E105DDBB022}" presName="sibTrans" presStyleCnt="0"/>
      <dgm:spPr/>
    </dgm:pt>
    <dgm:pt modelId="{EE75231F-657E-4A90-8C95-60D5E531D84E}" type="pres">
      <dgm:prSet presAssocID="{C42C165F-A2B4-49EC-A128-2B8927FEA1B3}" presName="compNode" presStyleCnt="0"/>
      <dgm:spPr/>
    </dgm:pt>
    <dgm:pt modelId="{169C9F1C-D4EC-496E-BBE4-6CE9AB1D0E95}" type="pres">
      <dgm:prSet presAssocID="{C42C165F-A2B4-49EC-A128-2B8927FEA1B3}" presName="iconBgRect" presStyleLbl="bgShp" presStyleIdx="1" presStyleCnt="5"/>
      <dgm:spPr/>
    </dgm:pt>
    <dgm:pt modelId="{542AE6D5-C04F-4A24-BDEB-733C6CC470D6}" type="pres">
      <dgm:prSet presAssocID="{C42C165F-A2B4-49EC-A128-2B8927FEA1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16ABE70-37F1-4626-B4ED-9909CF170B46}" type="pres">
      <dgm:prSet presAssocID="{C42C165F-A2B4-49EC-A128-2B8927FEA1B3}" presName="spaceRect" presStyleCnt="0"/>
      <dgm:spPr/>
    </dgm:pt>
    <dgm:pt modelId="{24C7C246-EB92-4964-8764-4BD26A0BD53B}" type="pres">
      <dgm:prSet presAssocID="{C42C165F-A2B4-49EC-A128-2B8927FEA1B3}" presName="textRect" presStyleLbl="revTx" presStyleIdx="1" presStyleCnt="5">
        <dgm:presLayoutVars>
          <dgm:chMax val="1"/>
          <dgm:chPref val="1"/>
        </dgm:presLayoutVars>
      </dgm:prSet>
      <dgm:spPr/>
    </dgm:pt>
    <dgm:pt modelId="{ACCEB5BB-1686-42E6-BA75-D6F2AEBB4E69}" type="pres">
      <dgm:prSet presAssocID="{332882EE-7F69-408E-AEEB-45DD36BD2DC2}" presName="sibTrans" presStyleCnt="0"/>
      <dgm:spPr/>
    </dgm:pt>
    <dgm:pt modelId="{9F30E1E6-8C25-4ECE-BFC1-349D9FCF56BD}" type="pres">
      <dgm:prSet presAssocID="{6C185759-0C02-41B2-A1CE-547AA5D2F57E}" presName="compNode" presStyleCnt="0"/>
      <dgm:spPr/>
    </dgm:pt>
    <dgm:pt modelId="{AB7F155C-C95C-4A1D-90CC-04FBC197B002}" type="pres">
      <dgm:prSet presAssocID="{6C185759-0C02-41B2-A1CE-547AA5D2F57E}" presName="iconBgRect" presStyleLbl="bgShp" presStyleIdx="2" presStyleCnt="5"/>
      <dgm:spPr/>
    </dgm:pt>
    <dgm:pt modelId="{0DF606BB-60DB-482B-9561-9CAF645F24E9}" type="pres">
      <dgm:prSet presAssocID="{6C185759-0C02-41B2-A1CE-547AA5D2F57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DFB17A98-6F74-4629-B4C7-90E42D858C48}" type="pres">
      <dgm:prSet presAssocID="{6C185759-0C02-41B2-A1CE-547AA5D2F57E}" presName="spaceRect" presStyleCnt="0"/>
      <dgm:spPr/>
    </dgm:pt>
    <dgm:pt modelId="{DCC82F45-3498-4E18-B829-341C1671CC94}" type="pres">
      <dgm:prSet presAssocID="{6C185759-0C02-41B2-A1CE-547AA5D2F57E}" presName="textRect" presStyleLbl="revTx" presStyleIdx="2" presStyleCnt="5">
        <dgm:presLayoutVars>
          <dgm:chMax val="1"/>
          <dgm:chPref val="1"/>
        </dgm:presLayoutVars>
      </dgm:prSet>
      <dgm:spPr/>
    </dgm:pt>
    <dgm:pt modelId="{5EF93CA6-5A32-4625-A3B8-93FE9616EC10}" type="pres">
      <dgm:prSet presAssocID="{AA4B3FB4-81B4-49BB-8275-4AA196871A13}" presName="sibTrans" presStyleCnt="0"/>
      <dgm:spPr/>
    </dgm:pt>
    <dgm:pt modelId="{304C7194-9765-400D-AE89-ECD6888BE70B}" type="pres">
      <dgm:prSet presAssocID="{353B6081-DA37-4F92-9368-B4B5CF26D675}" presName="compNode" presStyleCnt="0"/>
      <dgm:spPr/>
    </dgm:pt>
    <dgm:pt modelId="{29895DEF-DE4D-4156-9CD1-933564B3DFE9}" type="pres">
      <dgm:prSet presAssocID="{353B6081-DA37-4F92-9368-B4B5CF26D675}" presName="iconBgRect" presStyleLbl="bgShp" presStyleIdx="3" presStyleCnt="5"/>
      <dgm:spPr/>
    </dgm:pt>
    <dgm:pt modelId="{F8849CB7-4D59-40B0-A1F1-DA97B9140DFE}" type="pres">
      <dgm:prSet presAssocID="{353B6081-DA37-4F92-9368-B4B5CF26D67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A260802B-F329-4F7F-BA63-1FAF96A5B84D}" type="pres">
      <dgm:prSet presAssocID="{353B6081-DA37-4F92-9368-B4B5CF26D675}" presName="spaceRect" presStyleCnt="0"/>
      <dgm:spPr/>
    </dgm:pt>
    <dgm:pt modelId="{6F6D3157-D9E4-4F8D-B1E1-395DE87B2AB0}" type="pres">
      <dgm:prSet presAssocID="{353B6081-DA37-4F92-9368-B4B5CF26D675}" presName="textRect" presStyleLbl="revTx" presStyleIdx="3" presStyleCnt="5">
        <dgm:presLayoutVars>
          <dgm:chMax val="1"/>
          <dgm:chPref val="1"/>
        </dgm:presLayoutVars>
      </dgm:prSet>
      <dgm:spPr/>
    </dgm:pt>
    <dgm:pt modelId="{99BEA7BC-99EC-4306-B0B0-3324AFA13869}" type="pres">
      <dgm:prSet presAssocID="{3638682D-5BF8-40D9-B2B4-DC84E8E5901F}" presName="sibTrans" presStyleCnt="0"/>
      <dgm:spPr/>
    </dgm:pt>
    <dgm:pt modelId="{F05FA281-50AA-46EB-92D2-864106832520}" type="pres">
      <dgm:prSet presAssocID="{4E6A84A4-531A-4A7E-85BB-F5C04594FA88}" presName="compNode" presStyleCnt="0"/>
      <dgm:spPr/>
    </dgm:pt>
    <dgm:pt modelId="{8A67E66F-6425-4B76-862A-C6CA004B534D}" type="pres">
      <dgm:prSet presAssocID="{4E6A84A4-531A-4A7E-85BB-F5C04594FA88}" presName="iconBgRect" presStyleLbl="bgShp" presStyleIdx="4" presStyleCnt="5"/>
      <dgm:spPr/>
    </dgm:pt>
    <dgm:pt modelId="{21974D34-1287-43F5-B778-C08A5BE625CF}" type="pres">
      <dgm:prSet presAssocID="{4E6A84A4-531A-4A7E-85BB-F5C04594FA8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5E9FA843-5075-4F18-BFAB-EFB700361E07}" type="pres">
      <dgm:prSet presAssocID="{4E6A84A4-531A-4A7E-85BB-F5C04594FA88}" presName="spaceRect" presStyleCnt="0"/>
      <dgm:spPr/>
    </dgm:pt>
    <dgm:pt modelId="{64BDF286-AB8A-4AA4-B0B5-0476A3357785}" type="pres">
      <dgm:prSet presAssocID="{4E6A84A4-531A-4A7E-85BB-F5C04594FA8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A652025-D770-435B-85E7-4A82A4EBC9CA}" type="presOf" srcId="{353B6081-DA37-4F92-9368-B4B5CF26D675}" destId="{6F6D3157-D9E4-4F8D-B1E1-395DE87B2AB0}" srcOrd="0" destOrd="0" presId="urn:microsoft.com/office/officeart/2018/5/layout/IconCircleLabelList"/>
    <dgm:cxn modelId="{BDAFFA26-5347-457B-8058-10E1559687AC}" srcId="{074F0D55-F85A-41BB-AC2B-6F0590DCB45E}" destId="{C42C165F-A2B4-49EC-A128-2B8927FEA1B3}" srcOrd="1" destOrd="0" parTransId="{C719CF91-E957-4E56-977C-5B94C32AAA0F}" sibTransId="{332882EE-7F69-408E-AEEB-45DD36BD2DC2}"/>
    <dgm:cxn modelId="{7CB23944-F2B9-4B12-97EC-9C3A12BADB15}" type="presOf" srcId="{6C185759-0C02-41B2-A1CE-547AA5D2F57E}" destId="{DCC82F45-3498-4E18-B829-341C1671CC94}" srcOrd="0" destOrd="0" presId="urn:microsoft.com/office/officeart/2018/5/layout/IconCircleLabelList"/>
    <dgm:cxn modelId="{4CDF428F-E8BC-4CD0-B306-4105128061E1}" srcId="{074F0D55-F85A-41BB-AC2B-6F0590DCB45E}" destId="{4E6A84A4-531A-4A7E-85BB-F5C04594FA88}" srcOrd="4" destOrd="0" parTransId="{675C0F2F-2559-4C36-909A-9F06BA1D4C9C}" sibTransId="{386B112D-3248-48DD-A8CE-8C05EE5C5AC6}"/>
    <dgm:cxn modelId="{827B9192-A94A-4220-827A-2D5C93D45675}" type="presOf" srcId="{074F0D55-F85A-41BB-AC2B-6F0590DCB45E}" destId="{CF6DA3D7-026D-4523-B83A-7679FF482648}" srcOrd="0" destOrd="0" presId="urn:microsoft.com/office/officeart/2018/5/layout/IconCircleLabelList"/>
    <dgm:cxn modelId="{0AC37E93-32D2-4E1B-94D5-B129AA789A05}" srcId="{074F0D55-F85A-41BB-AC2B-6F0590DCB45E}" destId="{3631B739-452A-4AF7-BAC2-0968C4BD46E0}" srcOrd="0" destOrd="0" parTransId="{E1DE5720-2575-4762-A338-E3C09298C30D}" sibTransId="{44700949-C76E-4B98-8B8C-0E105DDBB022}"/>
    <dgm:cxn modelId="{9A983F9B-E24E-43C4-BF9C-6B40D284104B}" type="presOf" srcId="{C42C165F-A2B4-49EC-A128-2B8927FEA1B3}" destId="{24C7C246-EB92-4964-8764-4BD26A0BD53B}" srcOrd="0" destOrd="0" presId="urn:microsoft.com/office/officeart/2018/5/layout/IconCircleLabelList"/>
    <dgm:cxn modelId="{C2F873A5-4B09-45B9-9734-E126D4A09C9C}" srcId="{074F0D55-F85A-41BB-AC2B-6F0590DCB45E}" destId="{353B6081-DA37-4F92-9368-B4B5CF26D675}" srcOrd="3" destOrd="0" parTransId="{9058CE65-186E-4ABD-8A34-5A570677CA55}" sibTransId="{3638682D-5BF8-40D9-B2B4-DC84E8E5901F}"/>
    <dgm:cxn modelId="{BF7CC1C8-1671-4008-AA19-4F415614067C}" type="presOf" srcId="{4E6A84A4-531A-4A7E-85BB-F5C04594FA88}" destId="{64BDF286-AB8A-4AA4-B0B5-0476A3357785}" srcOrd="0" destOrd="0" presId="urn:microsoft.com/office/officeart/2018/5/layout/IconCircleLabelList"/>
    <dgm:cxn modelId="{328BD5E8-D2FA-4C28-BC72-B1AAB5249042}" type="presOf" srcId="{3631B739-452A-4AF7-BAC2-0968C4BD46E0}" destId="{2879A69D-2364-4307-9A08-19445C6A8BC3}" srcOrd="0" destOrd="0" presId="urn:microsoft.com/office/officeart/2018/5/layout/IconCircleLabelList"/>
    <dgm:cxn modelId="{E94304F8-64BE-4A2C-B729-B039A183450C}" srcId="{074F0D55-F85A-41BB-AC2B-6F0590DCB45E}" destId="{6C185759-0C02-41B2-A1CE-547AA5D2F57E}" srcOrd="2" destOrd="0" parTransId="{BA9E46C6-DDD9-4E41-BDC7-8E64EB60595B}" sibTransId="{AA4B3FB4-81B4-49BB-8275-4AA196871A13}"/>
    <dgm:cxn modelId="{B543DA39-0FBE-455B-8D12-91F55A1119F8}" type="presParOf" srcId="{CF6DA3D7-026D-4523-B83A-7679FF482648}" destId="{8AABDCEE-01A5-45C2-BB29-8103FCC6EF8C}" srcOrd="0" destOrd="0" presId="urn:microsoft.com/office/officeart/2018/5/layout/IconCircleLabelList"/>
    <dgm:cxn modelId="{A322530A-BA5A-4805-A8DF-9164CCF713A1}" type="presParOf" srcId="{8AABDCEE-01A5-45C2-BB29-8103FCC6EF8C}" destId="{59055029-D7FB-4A1F-922A-B7C4EE6A06F3}" srcOrd="0" destOrd="0" presId="urn:microsoft.com/office/officeart/2018/5/layout/IconCircleLabelList"/>
    <dgm:cxn modelId="{EA004C41-D198-49EE-A26C-94D0D2EDB131}" type="presParOf" srcId="{8AABDCEE-01A5-45C2-BB29-8103FCC6EF8C}" destId="{97C7B5DE-675F-4CE8-9397-1DEE8C55C97A}" srcOrd="1" destOrd="0" presId="urn:microsoft.com/office/officeart/2018/5/layout/IconCircleLabelList"/>
    <dgm:cxn modelId="{149305C2-8EA1-43AE-9365-A538EB98C8DB}" type="presParOf" srcId="{8AABDCEE-01A5-45C2-BB29-8103FCC6EF8C}" destId="{4189B91C-77DE-4B59-805C-2D58C63A665C}" srcOrd="2" destOrd="0" presId="urn:microsoft.com/office/officeart/2018/5/layout/IconCircleLabelList"/>
    <dgm:cxn modelId="{B89A0000-4277-4F26-9892-FA858CDD036D}" type="presParOf" srcId="{8AABDCEE-01A5-45C2-BB29-8103FCC6EF8C}" destId="{2879A69D-2364-4307-9A08-19445C6A8BC3}" srcOrd="3" destOrd="0" presId="urn:microsoft.com/office/officeart/2018/5/layout/IconCircleLabelList"/>
    <dgm:cxn modelId="{618B00D9-68BA-451F-935A-694481F10252}" type="presParOf" srcId="{CF6DA3D7-026D-4523-B83A-7679FF482648}" destId="{26FEDBEE-0C48-40ED-A5F1-DBCBE3975A5A}" srcOrd="1" destOrd="0" presId="urn:microsoft.com/office/officeart/2018/5/layout/IconCircleLabelList"/>
    <dgm:cxn modelId="{9CAB6FF8-ACB4-4CB7-9FA8-1E7C2CD6FCF0}" type="presParOf" srcId="{CF6DA3D7-026D-4523-B83A-7679FF482648}" destId="{EE75231F-657E-4A90-8C95-60D5E531D84E}" srcOrd="2" destOrd="0" presId="urn:microsoft.com/office/officeart/2018/5/layout/IconCircleLabelList"/>
    <dgm:cxn modelId="{CEEE1C56-565B-4432-89B3-039EB2728ADA}" type="presParOf" srcId="{EE75231F-657E-4A90-8C95-60D5E531D84E}" destId="{169C9F1C-D4EC-496E-BBE4-6CE9AB1D0E95}" srcOrd="0" destOrd="0" presId="urn:microsoft.com/office/officeart/2018/5/layout/IconCircleLabelList"/>
    <dgm:cxn modelId="{C7244C4B-59D7-4EFE-9477-BF12CFDAC76E}" type="presParOf" srcId="{EE75231F-657E-4A90-8C95-60D5E531D84E}" destId="{542AE6D5-C04F-4A24-BDEB-733C6CC470D6}" srcOrd="1" destOrd="0" presId="urn:microsoft.com/office/officeart/2018/5/layout/IconCircleLabelList"/>
    <dgm:cxn modelId="{8A6D8FDB-73D5-4767-BA55-0771FD096C40}" type="presParOf" srcId="{EE75231F-657E-4A90-8C95-60D5E531D84E}" destId="{216ABE70-37F1-4626-B4ED-9909CF170B46}" srcOrd="2" destOrd="0" presId="urn:microsoft.com/office/officeart/2018/5/layout/IconCircleLabelList"/>
    <dgm:cxn modelId="{FAB43E01-B434-4021-BCBF-1396DD0FC7C1}" type="presParOf" srcId="{EE75231F-657E-4A90-8C95-60D5E531D84E}" destId="{24C7C246-EB92-4964-8764-4BD26A0BD53B}" srcOrd="3" destOrd="0" presId="urn:microsoft.com/office/officeart/2018/5/layout/IconCircleLabelList"/>
    <dgm:cxn modelId="{4EA0A3B9-6915-4F8E-8DAC-4B4E6E0BAFDB}" type="presParOf" srcId="{CF6DA3D7-026D-4523-B83A-7679FF482648}" destId="{ACCEB5BB-1686-42E6-BA75-D6F2AEBB4E69}" srcOrd="3" destOrd="0" presId="urn:microsoft.com/office/officeart/2018/5/layout/IconCircleLabelList"/>
    <dgm:cxn modelId="{7652FF5D-09D7-4AE6-B8DD-AC89B109ED07}" type="presParOf" srcId="{CF6DA3D7-026D-4523-B83A-7679FF482648}" destId="{9F30E1E6-8C25-4ECE-BFC1-349D9FCF56BD}" srcOrd="4" destOrd="0" presId="urn:microsoft.com/office/officeart/2018/5/layout/IconCircleLabelList"/>
    <dgm:cxn modelId="{D76A9E9E-83AA-47C8-85DF-D141DBD0DB05}" type="presParOf" srcId="{9F30E1E6-8C25-4ECE-BFC1-349D9FCF56BD}" destId="{AB7F155C-C95C-4A1D-90CC-04FBC197B002}" srcOrd="0" destOrd="0" presId="urn:microsoft.com/office/officeart/2018/5/layout/IconCircleLabelList"/>
    <dgm:cxn modelId="{9F9C871B-2CB8-4E7A-8CED-3BF202967EDF}" type="presParOf" srcId="{9F30E1E6-8C25-4ECE-BFC1-349D9FCF56BD}" destId="{0DF606BB-60DB-482B-9561-9CAF645F24E9}" srcOrd="1" destOrd="0" presId="urn:microsoft.com/office/officeart/2018/5/layout/IconCircleLabelList"/>
    <dgm:cxn modelId="{4A3CEED4-A853-425F-AB5E-A699D01161CD}" type="presParOf" srcId="{9F30E1E6-8C25-4ECE-BFC1-349D9FCF56BD}" destId="{DFB17A98-6F74-4629-B4C7-90E42D858C48}" srcOrd="2" destOrd="0" presId="urn:microsoft.com/office/officeart/2018/5/layout/IconCircleLabelList"/>
    <dgm:cxn modelId="{6ACB4B0A-7F4C-4642-A820-49B55CB075EB}" type="presParOf" srcId="{9F30E1E6-8C25-4ECE-BFC1-349D9FCF56BD}" destId="{DCC82F45-3498-4E18-B829-341C1671CC94}" srcOrd="3" destOrd="0" presId="urn:microsoft.com/office/officeart/2018/5/layout/IconCircleLabelList"/>
    <dgm:cxn modelId="{42A31BC5-D1AB-4AD6-B266-A85E8ED52CDB}" type="presParOf" srcId="{CF6DA3D7-026D-4523-B83A-7679FF482648}" destId="{5EF93CA6-5A32-4625-A3B8-93FE9616EC10}" srcOrd="5" destOrd="0" presId="urn:microsoft.com/office/officeart/2018/5/layout/IconCircleLabelList"/>
    <dgm:cxn modelId="{FD3EE369-BC53-4C7C-B4B1-B5FF14667182}" type="presParOf" srcId="{CF6DA3D7-026D-4523-B83A-7679FF482648}" destId="{304C7194-9765-400D-AE89-ECD6888BE70B}" srcOrd="6" destOrd="0" presId="urn:microsoft.com/office/officeart/2018/5/layout/IconCircleLabelList"/>
    <dgm:cxn modelId="{267CFDF3-DDB2-4701-BAE4-78744567A989}" type="presParOf" srcId="{304C7194-9765-400D-AE89-ECD6888BE70B}" destId="{29895DEF-DE4D-4156-9CD1-933564B3DFE9}" srcOrd="0" destOrd="0" presId="urn:microsoft.com/office/officeart/2018/5/layout/IconCircleLabelList"/>
    <dgm:cxn modelId="{5927AA88-18AA-4171-BAA4-F84A3D44F655}" type="presParOf" srcId="{304C7194-9765-400D-AE89-ECD6888BE70B}" destId="{F8849CB7-4D59-40B0-A1F1-DA97B9140DFE}" srcOrd="1" destOrd="0" presId="urn:microsoft.com/office/officeart/2018/5/layout/IconCircleLabelList"/>
    <dgm:cxn modelId="{36EDF024-3042-49DC-B8AC-33EA47B256A9}" type="presParOf" srcId="{304C7194-9765-400D-AE89-ECD6888BE70B}" destId="{A260802B-F329-4F7F-BA63-1FAF96A5B84D}" srcOrd="2" destOrd="0" presId="urn:microsoft.com/office/officeart/2018/5/layout/IconCircleLabelList"/>
    <dgm:cxn modelId="{BED8DD35-ECAD-422D-8B25-9CB7913A746A}" type="presParOf" srcId="{304C7194-9765-400D-AE89-ECD6888BE70B}" destId="{6F6D3157-D9E4-4F8D-B1E1-395DE87B2AB0}" srcOrd="3" destOrd="0" presId="urn:microsoft.com/office/officeart/2018/5/layout/IconCircleLabelList"/>
    <dgm:cxn modelId="{E2AF3ACC-F1BB-44CF-939A-B8C836EC7F1B}" type="presParOf" srcId="{CF6DA3D7-026D-4523-B83A-7679FF482648}" destId="{99BEA7BC-99EC-4306-B0B0-3324AFA13869}" srcOrd="7" destOrd="0" presId="urn:microsoft.com/office/officeart/2018/5/layout/IconCircleLabelList"/>
    <dgm:cxn modelId="{12505351-30EB-4C86-9573-FE13F9BF74D8}" type="presParOf" srcId="{CF6DA3D7-026D-4523-B83A-7679FF482648}" destId="{F05FA281-50AA-46EB-92D2-864106832520}" srcOrd="8" destOrd="0" presId="urn:microsoft.com/office/officeart/2018/5/layout/IconCircleLabelList"/>
    <dgm:cxn modelId="{164FFCBE-0F85-4C94-8C6E-047025A03446}" type="presParOf" srcId="{F05FA281-50AA-46EB-92D2-864106832520}" destId="{8A67E66F-6425-4B76-862A-C6CA004B534D}" srcOrd="0" destOrd="0" presId="urn:microsoft.com/office/officeart/2018/5/layout/IconCircleLabelList"/>
    <dgm:cxn modelId="{7F9A0B1B-4CC6-403E-B97E-C4D299B82AF3}" type="presParOf" srcId="{F05FA281-50AA-46EB-92D2-864106832520}" destId="{21974D34-1287-43F5-B778-C08A5BE625CF}" srcOrd="1" destOrd="0" presId="urn:microsoft.com/office/officeart/2018/5/layout/IconCircleLabelList"/>
    <dgm:cxn modelId="{A7FA06A5-700A-4E13-A4D5-14762A0D9D53}" type="presParOf" srcId="{F05FA281-50AA-46EB-92D2-864106832520}" destId="{5E9FA843-5075-4F18-BFAB-EFB700361E07}" srcOrd="2" destOrd="0" presId="urn:microsoft.com/office/officeart/2018/5/layout/IconCircleLabelList"/>
    <dgm:cxn modelId="{841D10A3-B752-4F8A-9B48-DF3AC232214E}" type="presParOf" srcId="{F05FA281-50AA-46EB-92D2-864106832520}" destId="{64BDF286-AB8A-4AA4-B0B5-0476A33577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0EEDA-C91B-48D1-9A08-7820C847D4EB}">
      <dsp:nvSpPr>
        <dsp:cNvPr id="0" name=""/>
        <dsp:cNvSpPr/>
      </dsp:nvSpPr>
      <dsp:spPr>
        <a:xfrm>
          <a:off x="790603" y="238234"/>
          <a:ext cx="944686" cy="944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DF4FF-F893-4FB7-A55C-25CEF2FF83EB}">
      <dsp:nvSpPr>
        <dsp:cNvPr id="0" name=""/>
        <dsp:cNvSpPr/>
      </dsp:nvSpPr>
      <dsp:spPr>
        <a:xfrm>
          <a:off x="213295" y="1478194"/>
          <a:ext cx="20993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AI-Powered Pantry Analysis &amp; Smart Recipe Recommendation</a:t>
          </a:r>
        </a:p>
      </dsp:txBody>
      <dsp:txXfrm>
        <a:off x="213295" y="1478194"/>
        <a:ext cx="2099304" cy="720000"/>
      </dsp:txXfrm>
    </dsp:sp>
    <dsp:sp modelId="{CDBA8D3D-4F8C-4ACD-BB41-729745D7797E}">
      <dsp:nvSpPr>
        <dsp:cNvPr id="0" name=""/>
        <dsp:cNvSpPr/>
      </dsp:nvSpPr>
      <dsp:spPr>
        <a:xfrm>
          <a:off x="3257286" y="238234"/>
          <a:ext cx="944686" cy="944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E0BA-4164-4319-BE53-7949E4C74F98}">
      <dsp:nvSpPr>
        <dsp:cNvPr id="0" name=""/>
        <dsp:cNvSpPr/>
      </dsp:nvSpPr>
      <dsp:spPr>
        <a:xfrm>
          <a:off x="2679977" y="1478194"/>
          <a:ext cx="20993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Team ID: SWTID-2026-4116</a:t>
          </a:r>
        </a:p>
      </dsp:txBody>
      <dsp:txXfrm>
        <a:off x="2679977" y="1478194"/>
        <a:ext cx="2099304" cy="720000"/>
      </dsp:txXfrm>
    </dsp:sp>
    <dsp:sp modelId="{47550F25-42A6-424F-AD72-59FAECADA3C1}">
      <dsp:nvSpPr>
        <dsp:cNvPr id="0" name=""/>
        <dsp:cNvSpPr/>
      </dsp:nvSpPr>
      <dsp:spPr>
        <a:xfrm>
          <a:off x="2023945" y="2723020"/>
          <a:ext cx="944686" cy="944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8C8CB-61A5-4097-BD30-6D3F19421A43}">
      <dsp:nvSpPr>
        <dsp:cNvPr id="0" name=""/>
        <dsp:cNvSpPr/>
      </dsp:nvSpPr>
      <dsp:spPr>
        <a:xfrm>
          <a:off x="1446636" y="3962980"/>
          <a:ext cx="20993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Team Members: Bhavatharani B, Keerthika R, Srinidhi S, Logeshwari R</a:t>
          </a:r>
        </a:p>
      </dsp:txBody>
      <dsp:txXfrm>
        <a:off x="1446636" y="3962980"/>
        <a:ext cx="209930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2D36C-DA54-4B75-B5D3-CB72743172DE}">
      <dsp:nvSpPr>
        <dsp:cNvPr id="0" name=""/>
        <dsp:cNvSpPr/>
      </dsp:nvSpPr>
      <dsp:spPr>
        <a:xfrm>
          <a:off x="0" y="2042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28D66-6538-4278-A75E-4CE743C3281A}">
      <dsp:nvSpPr>
        <dsp:cNvPr id="0" name=""/>
        <dsp:cNvSpPr/>
      </dsp:nvSpPr>
      <dsp:spPr>
        <a:xfrm>
          <a:off x="313143" y="234959"/>
          <a:ext cx="569351" cy="569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2F603-86A2-4A02-812F-BAB5B32BC115}">
      <dsp:nvSpPr>
        <dsp:cNvPr id="0" name=""/>
        <dsp:cNvSpPr/>
      </dsp:nvSpPr>
      <dsp:spPr>
        <a:xfrm>
          <a:off x="1195638" y="2042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AI-based kitchen assistant</a:t>
          </a:r>
        </a:p>
      </dsp:txBody>
      <dsp:txXfrm>
        <a:off x="1195638" y="2042"/>
        <a:ext cx="3796938" cy="1035185"/>
      </dsp:txXfrm>
    </dsp:sp>
    <dsp:sp modelId="{067DE068-1CC5-423C-8DB8-CB56E6FBBE05}">
      <dsp:nvSpPr>
        <dsp:cNvPr id="0" name=""/>
        <dsp:cNvSpPr/>
      </dsp:nvSpPr>
      <dsp:spPr>
        <a:xfrm>
          <a:off x="0" y="1296024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5A737-D6D1-4A4B-8541-FB6F07C788A3}">
      <dsp:nvSpPr>
        <dsp:cNvPr id="0" name=""/>
        <dsp:cNvSpPr/>
      </dsp:nvSpPr>
      <dsp:spPr>
        <a:xfrm>
          <a:off x="313143" y="1528940"/>
          <a:ext cx="569351" cy="569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45305-2A98-4F8E-B4BA-C74E6FE0EEFC}">
      <dsp:nvSpPr>
        <dsp:cNvPr id="0" name=""/>
        <dsp:cNvSpPr/>
      </dsp:nvSpPr>
      <dsp:spPr>
        <a:xfrm>
          <a:off x="1195638" y="1296024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Analyzes pantry images</a:t>
          </a:r>
        </a:p>
      </dsp:txBody>
      <dsp:txXfrm>
        <a:off x="1195638" y="1296024"/>
        <a:ext cx="3796938" cy="1035185"/>
      </dsp:txXfrm>
    </dsp:sp>
    <dsp:sp modelId="{503F3372-F6A7-4F70-B2C0-E1D69B477D1A}">
      <dsp:nvSpPr>
        <dsp:cNvPr id="0" name=""/>
        <dsp:cNvSpPr/>
      </dsp:nvSpPr>
      <dsp:spPr>
        <a:xfrm>
          <a:off x="0" y="2590005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DD0F3-965A-48E0-ACB9-8187FCD7542B}">
      <dsp:nvSpPr>
        <dsp:cNvPr id="0" name=""/>
        <dsp:cNvSpPr/>
      </dsp:nvSpPr>
      <dsp:spPr>
        <a:xfrm>
          <a:off x="313143" y="2822922"/>
          <a:ext cx="569351" cy="569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57FC2-4788-445B-B3CB-CB925EE41058}">
      <dsp:nvSpPr>
        <dsp:cNvPr id="0" name=""/>
        <dsp:cNvSpPr/>
      </dsp:nvSpPr>
      <dsp:spPr>
        <a:xfrm>
          <a:off x="1195638" y="2590005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Detects food ingredients</a:t>
          </a:r>
        </a:p>
      </dsp:txBody>
      <dsp:txXfrm>
        <a:off x="1195638" y="2590005"/>
        <a:ext cx="3796938" cy="1035185"/>
      </dsp:txXfrm>
    </dsp:sp>
    <dsp:sp modelId="{49C4FFE5-6079-4B57-9F5D-702A2B851AC2}">
      <dsp:nvSpPr>
        <dsp:cNvPr id="0" name=""/>
        <dsp:cNvSpPr/>
      </dsp:nvSpPr>
      <dsp:spPr>
        <a:xfrm>
          <a:off x="0" y="3883987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23654-28FA-4AB1-B6AC-15FF1C022000}">
      <dsp:nvSpPr>
        <dsp:cNvPr id="0" name=""/>
        <dsp:cNvSpPr/>
      </dsp:nvSpPr>
      <dsp:spPr>
        <a:xfrm>
          <a:off x="313143" y="4116903"/>
          <a:ext cx="569351" cy="569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72137-96B6-47EF-87CB-3055496A4D29}">
      <dsp:nvSpPr>
        <dsp:cNvPr id="0" name=""/>
        <dsp:cNvSpPr/>
      </dsp:nvSpPr>
      <dsp:spPr>
        <a:xfrm>
          <a:off x="1195638" y="3883987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Suggests recipes and cooking guidance</a:t>
          </a:r>
        </a:p>
      </dsp:txBody>
      <dsp:txXfrm>
        <a:off x="1195638" y="3883987"/>
        <a:ext cx="3796938" cy="10351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52F9C-BEEB-408F-8F5E-C9A4663FB6D3}">
      <dsp:nvSpPr>
        <dsp:cNvPr id="0" name=""/>
        <dsp:cNvSpPr/>
      </dsp:nvSpPr>
      <dsp:spPr>
        <a:xfrm>
          <a:off x="415904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EDCA6-9003-4969-90E4-5E1549739114}">
      <dsp:nvSpPr>
        <dsp:cNvPr id="0" name=""/>
        <dsp:cNvSpPr/>
      </dsp:nvSpPr>
      <dsp:spPr>
        <a:xfrm>
          <a:off x="616541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22CE6-7E00-402A-AF59-0E38D0B6F690}">
      <dsp:nvSpPr>
        <dsp:cNvPr id="0" name=""/>
        <dsp:cNvSpPr/>
      </dsp:nvSpPr>
      <dsp:spPr>
        <a:xfrm>
          <a:off x="114949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Pantry image upload</a:t>
          </a:r>
        </a:p>
      </dsp:txBody>
      <dsp:txXfrm>
        <a:off x="114949" y="1236477"/>
        <a:ext cx="1543359" cy="617343"/>
      </dsp:txXfrm>
    </dsp:sp>
    <dsp:sp modelId="{566130CB-2CE5-49A1-983F-AA0CCEF8519C}">
      <dsp:nvSpPr>
        <dsp:cNvPr id="0" name=""/>
        <dsp:cNvSpPr/>
      </dsp:nvSpPr>
      <dsp:spPr>
        <a:xfrm>
          <a:off x="2229351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76D29-3BE5-4560-9607-6DCA80165426}">
      <dsp:nvSpPr>
        <dsp:cNvPr id="0" name=""/>
        <dsp:cNvSpPr/>
      </dsp:nvSpPr>
      <dsp:spPr>
        <a:xfrm>
          <a:off x="2429988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C4756-7D81-46D2-9098-322CB30786CF}">
      <dsp:nvSpPr>
        <dsp:cNvPr id="0" name=""/>
        <dsp:cNvSpPr/>
      </dsp:nvSpPr>
      <dsp:spPr>
        <a:xfrm>
          <a:off x="1928396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Ingredient detection</a:t>
          </a:r>
        </a:p>
      </dsp:txBody>
      <dsp:txXfrm>
        <a:off x="1928396" y="1236477"/>
        <a:ext cx="1543359" cy="617343"/>
      </dsp:txXfrm>
    </dsp:sp>
    <dsp:sp modelId="{E67AEF1A-6A3B-41AB-B401-12038DC33E1A}">
      <dsp:nvSpPr>
        <dsp:cNvPr id="0" name=""/>
        <dsp:cNvSpPr/>
      </dsp:nvSpPr>
      <dsp:spPr>
        <a:xfrm>
          <a:off x="4042799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DF15A-DABB-4EE3-A77D-86565314168F}">
      <dsp:nvSpPr>
        <dsp:cNvPr id="0" name=""/>
        <dsp:cNvSpPr/>
      </dsp:nvSpPr>
      <dsp:spPr>
        <a:xfrm>
          <a:off x="4243435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93AB4-0C11-4EE0-9A6F-4BA2A8A009D1}">
      <dsp:nvSpPr>
        <dsp:cNvPr id="0" name=""/>
        <dsp:cNvSpPr/>
      </dsp:nvSpPr>
      <dsp:spPr>
        <a:xfrm>
          <a:off x="3741843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Storage categorization</a:t>
          </a:r>
        </a:p>
      </dsp:txBody>
      <dsp:txXfrm>
        <a:off x="3741843" y="1236477"/>
        <a:ext cx="1543359" cy="617343"/>
      </dsp:txXfrm>
    </dsp:sp>
    <dsp:sp modelId="{95D14274-970C-4294-94D0-F58CE29ED39F}">
      <dsp:nvSpPr>
        <dsp:cNvPr id="0" name=""/>
        <dsp:cNvSpPr/>
      </dsp:nvSpPr>
      <dsp:spPr>
        <a:xfrm>
          <a:off x="5856246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F639B-E9B3-4323-9933-997062DE9231}">
      <dsp:nvSpPr>
        <dsp:cNvPr id="0" name=""/>
        <dsp:cNvSpPr/>
      </dsp:nvSpPr>
      <dsp:spPr>
        <a:xfrm>
          <a:off x="6056883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69175-7931-48B7-ADAB-AA331ED27D08}">
      <dsp:nvSpPr>
        <dsp:cNvPr id="0" name=""/>
        <dsp:cNvSpPr/>
      </dsp:nvSpPr>
      <dsp:spPr>
        <a:xfrm>
          <a:off x="5555291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Recipe generation</a:t>
          </a:r>
        </a:p>
      </dsp:txBody>
      <dsp:txXfrm>
        <a:off x="5555291" y="1236477"/>
        <a:ext cx="1543359" cy="617343"/>
      </dsp:txXfrm>
    </dsp:sp>
    <dsp:sp modelId="{56F43A09-9A5F-4C23-BD56-2A3EE1CDAF93}">
      <dsp:nvSpPr>
        <dsp:cNvPr id="0" name=""/>
        <dsp:cNvSpPr/>
      </dsp:nvSpPr>
      <dsp:spPr>
        <a:xfrm>
          <a:off x="3136075" y="2239660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1834C-9ADB-4955-B8BF-10D5A7E9471B}">
      <dsp:nvSpPr>
        <dsp:cNvPr id="0" name=""/>
        <dsp:cNvSpPr/>
      </dsp:nvSpPr>
      <dsp:spPr>
        <a:xfrm>
          <a:off x="3336712" y="2440297"/>
          <a:ext cx="540175" cy="5401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AE0B9-5D16-4F38-ADF4-55AE7F25C3EB}">
      <dsp:nvSpPr>
        <dsp:cNvPr id="0" name=""/>
        <dsp:cNvSpPr/>
      </dsp:nvSpPr>
      <dsp:spPr>
        <a:xfrm>
          <a:off x="2835120" y="3474348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Grocery list creation</a:t>
          </a:r>
        </a:p>
      </dsp:txBody>
      <dsp:txXfrm>
        <a:off x="2835120" y="3474348"/>
        <a:ext cx="1543359" cy="6173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C1FF6-6CCD-4B40-BF4B-94A273FF4AD8}">
      <dsp:nvSpPr>
        <dsp:cNvPr id="0" name=""/>
        <dsp:cNvSpPr/>
      </dsp:nvSpPr>
      <dsp:spPr>
        <a:xfrm>
          <a:off x="626714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2B4D1-E45A-4485-A952-329998D17A72}">
      <dsp:nvSpPr>
        <dsp:cNvPr id="0" name=""/>
        <dsp:cNvSpPr/>
      </dsp:nvSpPr>
      <dsp:spPr>
        <a:xfrm>
          <a:off x="214375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Detected pantry items</a:t>
          </a:r>
        </a:p>
      </dsp:txBody>
      <dsp:txXfrm>
        <a:off x="214375" y="1259548"/>
        <a:ext cx="1499414" cy="599765"/>
      </dsp:txXfrm>
    </dsp:sp>
    <dsp:sp modelId="{C10A23C0-D271-45A0-9001-4E83FD6CF822}">
      <dsp:nvSpPr>
        <dsp:cNvPr id="0" name=""/>
        <dsp:cNvSpPr/>
      </dsp:nvSpPr>
      <dsp:spPr>
        <a:xfrm>
          <a:off x="2388526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2C34C-55D7-4AAF-A4D6-F98AD9965D6C}">
      <dsp:nvSpPr>
        <dsp:cNvPr id="0" name=""/>
        <dsp:cNvSpPr/>
      </dsp:nvSpPr>
      <dsp:spPr>
        <a:xfrm>
          <a:off x="1976187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Storage categories</a:t>
          </a:r>
        </a:p>
      </dsp:txBody>
      <dsp:txXfrm>
        <a:off x="1976187" y="1259548"/>
        <a:ext cx="1499414" cy="599765"/>
      </dsp:txXfrm>
    </dsp:sp>
    <dsp:sp modelId="{BBFFE8D4-D8B9-4628-BA74-82A344E49280}">
      <dsp:nvSpPr>
        <dsp:cNvPr id="0" name=""/>
        <dsp:cNvSpPr/>
      </dsp:nvSpPr>
      <dsp:spPr>
        <a:xfrm>
          <a:off x="4150337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0A535-CB3A-402D-B0EC-B03632BB63CA}">
      <dsp:nvSpPr>
        <dsp:cNvPr id="0" name=""/>
        <dsp:cNvSpPr/>
      </dsp:nvSpPr>
      <dsp:spPr>
        <a:xfrm>
          <a:off x="3737998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3-step recipes</a:t>
          </a:r>
        </a:p>
      </dsp:txBody>
      <dsp:txXfrm>
        <a:off x="3737998" y="1259548"/>
        <a:ext cx="1499414" cy="599765"/>
      </dsp:txXfrm>
    </dsp:sp>
    <dsp:sp modelId="{39E9B161-9477-41C6-A8EE-4B6E14899B5E}">
      <dsp:nvSpPr>
        <dsp:cNvPr id="0" name=""/>
        <dsp:cNvSpPr/>
      </dsp:nvSpPr>
      <dsp:spPr>
        <a:xfrm>
          <a:off x="5912149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7A96E-68D9-4115-B0B0-2CFF29D432F5}">
      <dsp:nvSpPr>
        <dsp:cNvPr id="0" name=""/>
        <dsp:cNvSpPr/>
      </dsp:nvSpPr>
      <dsp:spPr>
        <a:xfrm>
          <a:off x="5499810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Health score (1–10)</a:t>
          </a:r>
        </a:p>
      </dsp:txBody>
      <dsp:txXfrm>
        <a:off x="5499810" y="1259548"/>
        <a:ext cx="1499414" cy="599765"/>
      </dsp:txXfrm>
    </dsp:sp>
    <dsp:sp modelId="{1D699D65-0CDE-49B2-B7A3-A3688DE5C4B6}">
      <dsp:nvSpPr>
        <dsp:cNvPr id="0" name=""/>
        <dsp:cNvSpPr/>
      </dsp:nvSpPr>
      <dsp:spPr>
        <a:xfrm>
          <a:off x="3269431" y="2234167"/>
          <a:ext cx="674736" cy="6747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DDF17-F7CD-45F8-B55A-8389069DC7E8}">
      <dsp:nvSpPr>
        <dsp:cNvPr id="0" name=""/>
        <dsp:cNvSpPr/>
      </dsp:nvSpPr>
      <dsp:spPr>
        <a:xfrm>
          <a:off x="2857092" y="3154513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Grocery list &amp; substitutions</a:t>
          </a:r>
        </a:p>
      </dsp:txBody>
      <dsp:txXfrm>
        <a:off x="2857092" y="3154513"/>
        <a:ext cx="1499414" cy="5997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55029-D7FB-4A1F-922A-B7C4EE6A06F3}">
      <dsp:nvSpPr>
        <dsp:cNvPr id="0" name=""/>
        <dsp:cNvSpPr/>
      </dsp:nvSpPr>
      <dsp:spPr>
        <a:xfrm>
          <a:off x="292765" y="487858"/>
          <a:ext cx="908208" cy="9082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7B5DE-675F-4CE8-9397-1DEE8C55C97A}">
      <dsp:nvSpPr>
        <dsp:cNvPr id="0" name=""/>
        <dsp:cNvSpPr/>
      </dsp:nvSpPr>
      <dsp:spPr>
        <a:xfrm>
          <a:off x="486317" y="681411"/>
          <a:ext cx="521103" cy="5211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9A69D-2364-4307-9A08-19445C6A8BC3}">
      <dsp:nvSpPr>
        <dsp:cNvPr id="0" name=""/>
        <dsp:cNvSpPr/>
      </dsp:nvSpPr>
      <dsp:spPr>
        <a:xfrm>
          <a:off x="2435" y="1678952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Tested with different pantry images</a:t>
          </a:r>
        </a:p>
      </dsp:txBody>
      <dsp:txXfrm>
        <a:off x="2435" y="1678952"/>
        <a:ext cx="1488867" cy="595546"/>
      </dsp:txXfrm>
    </dsp:sp>
    <dsp:sp modelId="{169C9F1C-D4EC-496E-BBE4-6CE9AB1D0E95}">
      <dsp:nvSpPr>
        <dsp:cNvPr id="0" name=""/>
        <dsp:cNvSpPr/>
      </dsp:nvSpPr>
      <dsp:spPr>
        <a:xfrm>
          <a:off x="2042184" y="487858"/>
          <a:ext cx="908208" cy="9082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AE6D5-C04F-4A24-BDEB-733C6CC470D6}">
      <dsp:nvSpPr>
        <dsp:cNvPr id="0" name=""/>
        <dsp:cNvSpPr/>
      </dsp:nvSpPr>
      <dsp:spPr>
        <a:xfrm>
          <a:off x="2235736" y="681411"/>
          <a:ext cx="521103" cy="5211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7C246-EB92-4964-8764-4BD26A0BD53B}">
      <dsp:nvSpPr>
        <dsp:cNvPr id="0" name=""/>
        <dsp:cNvSpPr/>
      </dsp:nvSpPr>
      <dsp:spPr>
        <a:xfrm>
          <a:off x="1751854" y="1678952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Accurate ingredient detection</a:t>
          </a:r>
        </a:p>
      </dsp:txBody>
      <dsp:txXfrm>
        <a:off x="1751854" y="1678952"/>
        <a:ext cx="1488867" cy="595546"/>
      </dsp:txXfrm>
    </dsp:sp>
    <dsp:sp modelId="{AB7F155C-C95C-4A1D-90CC-04FBC197B002}">
      <dsp:nvSpPr>
        <dsp:cNvPr id="0" name=""/>
        <dsp:cNvSpPr/>
      </dsp:nvSpPr>
      <dsp:spPr>
        <a:xfrm>
          <a:off x="3791602" y="487858"/>
          <a:ext cx="908208" cy="9082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606BB-60DB-482B-9561-9CAF645F24E9}">
      <dsp:nvSpPr>
        <dsp:cNvPr id="0" name=""/>
        <dsp:cNvSpPr/>
      </dsp:nvSpPr>
      <dsp:spPr>
        <a:xfrm>
          <a:off x="3985155" y="681411"/>
          <a:ext cx="521103" cy="5211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82F45-3498-4E18-B829-341C1671CC94}">
      <dsp:nvSpPr>
        <dsp:cNvPr id="0" name=""/>
        <dsp:cNvSpPr/>
      </dsp:nvSpPr>
      <dsp:spPr>
        <a:xfrm>
          <a:off x="3501273" y="1678952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Easy-to-follow recipes</a:t>
          </a:r>
        </a:p>
      </dsp:txBody>
      <dsp:txXfrm>
        <a:off x="3501273" y="1678952"/>
        <a:ext cx="1488867" cy="595546"/>
      </dsp:txXfrm>
    </dsp:sp>
    <dsp:sp modelId="{29895DEF-DE4D-4156-9CD1-933564B3DFE9}">
      <dsp:nvSpPr>
        <dsp:cNvPr id="0" name=""/>
        <dsp:cNvSpPr/>
      </dsp:nvSpPr>
      <dsp:spPr>
        <a:xfrm>
          <a:off x="1167474" y="2646715"/>
          <a:ext cx="908208" cy="9082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49CB7-4D59-40B0-A1F1-DA97B9140DFE}">
      <dsp:nvSpPr>
        <dsp:cNvPr id="0" name=""/>
        <dsp:cNvSpPr/>
      </dsp:nvSpPr>
      <dsp:spPr>
        <a:xfrm>
          <a:off x="1361027" y="2840268"/>
          <a:ext cx="521103" cy="5211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D3157-D9E4-4F8D-B1E1-395DE87B2AB0}">
      <dsp:nvSpPr>
        <dsp:cNvPr id="0" name=""/>
        <dsp:cNvSpPr/>
      </dsp:nvSpPr>
      <dsp:spPr>
        <a:xfrm>
          <a:off x="877145" y="383780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Reduces food waste</a:t>
          </a:r>
        </a:p>
      </dsp:txBody>
      <dsp:txXfrm>
        <a:off x="877145" y="3837809"/>
        <a:ext cx="1488867" cy="595546"/>
      </dsp:txXfrm>
    </dsp:sp>
    <dsp:sp modelId="{8A67E66F-6425-4B76-862A-C6CA004B534D}">
      <dsp:nvSpPr>
        <dsp:cNvPr id="0" name=""/>
        <dsp:cNvSpPr/>
      </dsp:nvSpPr>
      <dsp:spPr>
        <a:xfrm>
          <a:off x="2916893" y="2646715"/>
          <a:ext cx="908208" cy="9082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74D34-1287-43F5-B778-C08A5BE625CF}">
      <dsp:nvSpPr>
        <dsp:cNvPr id="0" name=""/>
        <dsp:cNvSpPr/>
      </dsp:nvSpPr>
      <dsp:spPr>
        <a:xfrm>
          <a:off x="3110446" y="2840268"/>
          <a:ext cx="521103" cy="5211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DF286-AB8A-4AA4-B0B5-0476A3357785}">
      <dsp:nvSpPr>
        <dsp:cNvPr id="0" name=""/>
        <dsp:cNvSpPr/>
      </dsp:nvSpPr>
      <dsp:spPr>
        <a:xfrm>
          <a:off x="2626564" y="383780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Saves cooking time</a:t>
          </a:r>
        </a:p>
      </dsp:txBody>
      <dsp:txXfrm>
        <a:off x="2626564" y="3837809"/>
        <a:ext cx="1488867" cy="595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0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0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8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6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1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3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1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3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0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3613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06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534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56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2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IN" sz="3800"/>
              <a:t>Kitchen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40795C-B390-5BD2-FFBF-A725314FB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795910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IN" sz="3500"/>
              <a:t>Project 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E41586-647D-2E5A-161F-C64334F82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070930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IN"/>
              <a:t>Main Features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60D9DF45-4305-1050-A875-468461833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1059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lat lay top view of spices in glass containers on wooden table">
            <a:extLst>
              <a:ext uri="{FF2B5EF4-FFF2-40B4-BE49-F238E27FC236}">
                <a16:creationId xmlns:a16="http://schemas.microsoft.com/office/drawing/2014/main" id="{217535D4-5A0B-4586-EAB0-3B8034A4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39" r="18183" b="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1. Upload pantry image</a:t>
            </a:r>
          </a:p>
          <a:p>
            <a:r>
              <a:t>2. Image preprocessing</a:t>
            </a:r>
          </a:p>
          <a:p>
            <a:r>
              <a:t>3. AI detects ingredients</a:t>
            </a:r>
          </a:p>
          <a:p>
            <a:r>
              <a:t>4. Categorize storage types</a:t>
            </a:r>
          </a:p>
          <a:p>
            <a:r>
              <a:t>5. Generate recipes &amp; grocery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Vision Service (item detection)</a:t>
            </a:r>
          </a:p>
          <a:p>
            <a:r>
              <a:t>• Image Processing Module</a:t>
            </a:r>
          </a:p>
          <a:p>
            <a:r>
              <a:t>• Recipe Generation Service</a:t>
            </a:r>
          </a:p>
          <a:p>
            <a:r>
              <a:t>• Health Evaluation Service</a:t>
            </a:r>
          </a:p>
          <a:p>
            <a:r>
              <a:t>• Substitution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IN" sz="3100">
                <a:solidFill>
                  <a:schemeClr val="bg1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Pillow (PIL)</a:t>
            </a:r>
          </a:p>
          <a:p>
            <a:r>
              <a:t>• Gemini / OpenAI Vision</a:t>
            </a:r>
          </a:p>
          <a:p>
            <a:r>
              <a:t>• Docker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System Output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329B5F-15F5-A31D-27B5-AD3F9A0C6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01542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IN" sz="3800"/>
              <a:t>Testing &amp;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3775CD-A09D-1440-A5F2-451BA7F97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966967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ssorted vegetables and fruits">
            <a:extLst>
              <a:ext uri="{FF2B5EF4-FFF2-40B4-BE49-F238E27FC236}">
                <a16:creationId xmlns:a16="http://schemas.microsoft.com/office/drawing/2014/main" id="{60A093C7-747B-3A83-CBCE-A01A099D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26" r="14943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t>Kitchen Vision helps users cook smarter by</a:t>
            </a:r>
          </a:p>
          <a:p>
            <a:r>
              <a:t>analyzing pantry items and suggesting</a:t>
            </a:r>
          </a:p>
          <a:p>
            <a:r>
              <a:t>simple, healthy recipes using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203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Kitchen Vision</vt:lpstr>
      <vt:lpstr>Project Introduction</vt:lpstr>
      <vt:lpstr>Main Features</vt:lpstr>
      <vt:lpstr>System Workflow</vt:lpstr>
      <vt:lpstr>Core Components</vt:lpstr>
      <vt:lpstr>Technologies Used</vt:lpstr>
      <vt:lpstr>System Output</vt:lpstr>
      <vt:lpstr>Testing &amp;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bhavatharani balaraman</cp:lastModifiedBy>
  <cp:revision>3</cp:revision>
  <dcterms:created xsi:type="dcterms:W3CDTF">2013-01-27T09:14:16Z</dcterms:created>
  <dcterms:modified xsi:type="dcterms:W3CDTF">2026-03-08T13:47:16Z</dcterms:modified>
  <cp:category/>
</cp:coreProperties>
</file>